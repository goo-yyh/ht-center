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8" r:id="rId3"/>
  </p:sldMasterIdLst>
  <p:notesMasterIdLst>
    <p:notesMasterId r:id="rId7"/>
  </p:notesMasterIdLst>
  <p:handoutMasterIdLst>
    <p:handoutMasterId r:id="rId52"/>
  </p:handoutMasterIdLst>
  <p:sldIdLst>
    <p:sldId id="665" r:id="rId4"/>
    <p:sldId id="830" r:id="rId5"/>
    <p:sldId id="11088696" r:id="rId6"/>
    <p:sldId id="11088801" r:id="rId8"/>
    <p:sldId id="11088800" r:id="rId9"/>
    <p:sldId id="11088855" r:id="rId10"/>
    <p:sldId id="11088771" r:id="rId11"/>
    <p:sldId id="11088772" r:id="rId12"/>
    <p:sldId id="11088773" r:id="rId13"/>
    <p:sldId id="11088774" r:id="rId14"/>
    <p:sldId id="11088809" r:id="rId15"/>
    <p:sldId id="11088810" r:id="rId16"/>
    <p:sldId id="11088775" r:id="rId17"/>
    <p:sldId id="11088776" r:id="rId18"/>
    <p:sldId id="11088777" r:id="rId19"/>
    <p:sldId id="11088778" r:id="rId20"/>
    <p:sldId id="11088811" r:id="rId21"/>
    <p:sldId id="11088779" r:id="rId22"/>
    <p:sldId id="11088783" r:id="rId23"/>
    <p:sldId id="11088784" r:id="rId24"/>
    <p:sldId id="11088785" r:id="rId25"/>
    <p:sldId id="11088786" r:id="rId26"/>
    <p:sldId id="11088821" r:id="rId27"/>
    <p:sldId id="11088820" r:id="rId28"/>
    <p:sldId id="11088782" r:id="rId29"/>
    <p:sldId id="11088790" r:id="rId30"/>
    <p:sldId id="11088791" r:id="rId31"/>
    <p:sldId id="11088792" r:id="rId32"/>
    <p:sldId id="11088812" r:id="rId33"/>
    <p:sldId id="11088787" r:id="rId34"/>
    <p:sldId id="11088794" r:id="rId35"/>
    <p:sldId id="11088814" r:id="rId36"/>
    <p:sldId id="11088813" r:id="rId37"/>
    <p:sldId id="11088797" r:id="rId38"/>
    <p:sldId id="11088796" r:id="rId39"/>
    <p:sldId id="11088815" r:id="rId40"/>
    <p:sldId id="11088816" r:id="rId41"/>
    <p:sldId id="11088793" r:id="rId42"/>
    <p:sldId id="11088780" r:id="rId43"/>
    <p:sldId id="11088781" r:id="rId44"/>
    <p:sldId id="11088817" r:id="rId45"/>
    <p:sldId id="11088789" r:id="rId46"/>
    <p:sldId id="11088788" r:id="rId47"/>
    <p:sldId id="11088818" r:id="rId48"/>
    <p:sldId id="11088819" r:id="rId49"/>
    <p:sldId id="11088856" r:id="rId50"/>
    <p:sldId id="265" r:id="rId51"/>
  </p:sldIdLst>
  <p:sldSz cx="12192000" cy="6858000"/>
  <p:notesSz cx="6858000" cy="9144000"/>
  <p:custDataLst>
    <p:tags r:id="rId57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未知用户1" initials="未" lastIdx="1" clrIdx="0"/>
  <p:cmAuthor id="0" name="CVTEr" initials="C" lastIdx="1" clrIdx="0"/>
  <p:cmAuthor id="1" name="王 孟圆" initials="王" lastIdx="2" clrIdx="0"/>
  <p:cmAuthor id="8" name="dbc" initials="d" lastIdx="2" clrIdx="0"/>
  <p:cmAuthor id="2" name="Jiawu" initials="J" lastIdx="2" clrIdx="1"/>
  <p:cmAuthor id="3" name="saro-book" initials="s" lastIdx="1" clrIdx="2"/>
  <p:cmAuthor id="10" name="aa" initials="a" lastIdx="10" clrIdx="9"/>
  <p:cmAuthor id="4" name="IBM_USER" initials="I" lastIdx="4" clrIdx="1"/>
  <p:cmAuthor id="11" name="Davidpeng" initials="D" lastIdx="1" clrIdx="10"/>
  <p:cmAuthor id="5" name="未知用户8" initials="未" lastIdx="1" clrIdx="2"/>
  <p:cmAuthor id="6" name="shinevin liu" initials="s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053D"/>
    <a:srgbClr val="EEA506"/>
    <a:srgbClr val="F0C33D"/>
    <a:srgbClr val="092F94"/>
    <a:srgbClr val="95A2AA"/>
    <a:srgbClr val="0432FF"/>
    <a:srgbClr val="52B615"/>
    <a:srgbClr val="D7F0C0"/>
    <a:srgbClr val="E3F2CC"/>
    <a:srgbClr val="F1E2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3" autoAdjust="0"/>
    <p:restoredTop sz="93018" autoAdjust="0"/>
  </p:normalViewPr>
  <p:slideViewPr>
    <p:cSldViewPr showGuides="1">
      <p:cViewPr varScale="1">
        <p:scale>
          <a:sx n="75" d="100"/>
          <a:sy n="75" d="100"/>
        </p:scale>
        <p:origin x="1286" y="48"/>
      </p:cViewPr>
      <p:guideLst>
        <p:guide orient="horz" pos="2449"/>
        <p:guide pos="3840"/>
      </p:guideLst>
    </p:cSldViewPr>
  </p:slideViewPr>
  <p:outlineViewPr>
    <p:cViewPr>
      <p:scale>
        <a:sx n="33" d="100"/>
        <a:sy n="33" d="100"/>
      </p:scale>
      <p:origin x="0" y="5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0" d="100"/>
        <a:sy n="180" d="100"/>
      </p:scale>
      <p:origin x="0" y="152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7" Type="http://schemas.openxmlformats.org/officeDocument/2006/relationships/tags" Target="tags/tag6.xml"/><Relationship Id="rId56" Type="http://schemas.openxmlformats.org/officeDocument/2006/relationships/commentAuthors" Target="commentAuthors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handoutMaster" Target="handoutMasters/handoutMaster1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licui.wang\Desktop\&#26032;&#24314;%20Microsoft%20Excel%20&#24037;&#20316;&#34920;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licui.wang\Desktop\&#26032;&#24314;%20Microsoft%20Excel%20&#24037;&#20316;&#34920;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licui.wang\Desktop\&#26032;&#24314;%20Microsoft%20Excel%20&#24037;&#20316;&#34920;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icui.wang\Desktop\&#26032;&#24314;%20Microsoft%20Excel%20&#24037;&#20316;&#34920;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licui.wang\Downloads\&#36865;&#36135;&#21333;&#26126;&#32454;&#23548;&#20986;_20230209140933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licui.wang\Downloads\&#36865;&#36135;&#21333;&#26126;&#32454;&#23548;&#20986;_2023020914093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/>
              <a:t>供应商邀请注册</a:t>
            </a:r>
            <a:r>
              <a:rPr lang="en-US" altLang="zh-CN"/>
              <a:t>68</a:t>
            </a:r>
            <a:r>
              <a:rPr lang="zh-CN" altLang="en-US"/>
              <a:t>家</a:t>
            </a:r>
            <a:endParaRPr 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flip="none" rotWithShape="1">
              <a:gsLst>
                <a:gs pos="100000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Sheet2!$A$2:$B$7</c:f>
              <c:multiLvlStrCache>
                <c:ptCount val="6"/>
                <c:lvl>
                  <c:pt idx="0">
                    <c:v>海天精工</c:v>
                  </c:pt>
                  <c:pt idx="1">
                    <c:v>海天金属</c:v>
                  </c:pt>
                  <c:pt idx="2">
                    <c:v>海天驱动</c:v>
                  </c:pt>
                  <c:pt idx="3">
                    <c:v>海天塑机</c:v>
                  </c:pt>
                  <c:pt idx="4">
                    <c:v>海天智联</c:v>
                  </c:pt>
                  <c:pt idx="5">
                    <c:v>财务供应商</c:v>
                  </c:pt>
                </c:lvl>
                <c:lvl>
                  <c:pt idx="0">
                    <c:v>邀请注册</c:v>
                  </c:pt>
                </c:lvl>
              </c:multiLvlStrCache>
            </c:multiLvlStrRef>
          </c:cat>
          <c:val>
            <c:numRef>
              <c:f>Sheet2!$C$2:$C$7</c:f>
              <c:numCache>
                <c:formatCode>General</c:formatCode>
                <c:ptCount val="6"/>
                <c:pt idx="0">
                  <c:v>7</c:v>
                </c:pt>
                <c:pt idx="1">
                  <c:v>22</c:v>
                </c:pt>
                <c:pt idx="2">
                  <c:v>25</c:v>
                </c:pt>
                <c:pt idx="3">
                  <c:v>8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55214968"/>
        <c:axId val="354073776"/>
      </c:barChart>
      <c:catAx>
        <c:axId val="355214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4073776"/>
        <c:crosses val="autoZero"/>
        <c:auto val="1"/>
        <c:lblAlgn val="ctr"/>
        <c:lblOffset val="100"/>
        <c:noMultiLvlLbl val="0"/>
      </c:catAx>
      <c:valAx>
        <c:axId val="354073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5214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261704f-1921-444f-ab9a-40032f4a48f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/>
              <a:t>合格供应商报告</a:t>
            </a:r>
            <a:r>
              <a:rPr lang="en-US"/>
              <a:t>230</a:t>
            </a:r>
            <a:r>
              <a:rPr lang="zh-CN"/>
              <a:t>份</a:t>
            </a:r>
            <a:endParaRPr 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flip="none" rotWithShape="1">
              <a:gsLst>
                <a:gs pos="100000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Sheet2!$A$8:$B$12</c:f>
              <c:multiLvlStrCache>
                <c:ptCount val="5"/>
                <c:lvl>
                  <c:pt idx="0">
                    <c:v>海天精工</c:v>
                  </c:pt>
                  <c:pt idx="1">
                    <c:v>海天金属</c:v>
                  </c:pt>
                  <c:pt idx="2">
                    <c:v>海天驱动</c:v>
                  </c:pt>
                  <c:pt idx="3">
                    <c:v>海天塑机</c:v>
                  </c:pt>
                  <c:pt idx="4">
                    <c:v>海天智联</c:v>
                  </c:pt>
                </c:lvl>
                <c:lvl>
                  <c:pt idx="0">
                    <c:v>合格供应商报告</c:v>
                  </c:pt>
                </c:lvl>
              </c:multiLvlStrCache>
            </c:multiLvlStrRef>
          </c:cat>
          <c:val>
            <c:numRef>
              <c:f>Sheet2!$C$8:$C$12</c:f>
              <c:numCache>
                <c:formatCode>General</c:formatCode>
                <c:ptCount val="5"/>
                <c:pt idx="0">
                  <c:v>23</c:v>
                </c:pt>
                <c:pt idx="1">
                  <c:v>50</c:v>
                </c:pt>
                <c:pt idx="2">
                  <c:v>38</c:v>
                </c:pt>
                <c:pt idx="3">
                  <c:v>82</c:v>
                </c:pt>
                <c:pt idx="4">
                  <c:v>37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54074168"/>
        <c:axId val="354075344"/>
      </c:barChart>
      <c:catAx>
        <c:axId val="354074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4075344"/>
        <c:crosses val="autoZero"/>
        <c:auto val="1"/>
        <c:lblAlgn val="ctr"/>
        <c:lblOffset val="100"/>
        <c:noMultiLvlLbl val="0"/>
      </c:catAx>
      <c:valAx>
        <c:axId val="354075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4074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127f4af-4874-45b3-8909-25868c9673a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供应商扩展申请</a:t>
            </a:r>
            <a:r>
              <a:rPr lang="en-US" altLang="zh-CN"/>
              <a:t>147</a:t>
            </a:r>
            <a:r>
              <a:rPr lang="zh-CN" altLang="en-US"/>
              <a:t>份</a:t>
            </a:r>
            <a:endParaRPr 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flip="none" rotWithShape="1">
              <a:gsLst>
                <a:gs pos="100000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Sheet2!$A$13:$B$17</c:f>
              <c:multiLvlStrCache>
                <c:ptCount val="5"/>
                <c:lvl>
                  <c:pt idx="0">
                    <c:v>海天精工</c:v>
                  </c:pt>
                  <c:pt idx="1">
                    <c:v>海天金属</c:v>
                  </c:pt>
                  <c:pt idx="2">
                    <c:v>海天驱动</c:v>
                  </c:pt>
                  <c:pt idx="3">
                    <c:v>海天塑机</c:v>
                  </c:pt>
                  <c:pt idx="4">
                    <c:v>海天智联</c:v>
                  </c:pt>
                </c:lvl>
                <c:lvl>
                  <c:pt idx="0">
                    <c:v>供应商扩展申请</c:v>
                  </c:pt>
                </c:lvl>
              </c:multiLvlStrCache>
            </c:multiLvlStrRef>
          </c:cat>
          <c:val>
            <c:numRef>
              <c:f>Sheet2!$C$13:$C$17</c:f>
              <c:numCache>
                <c:formatCode>General</c:formatCode>
                <c:ptCount val="5"/>
                <c:pt idx="0">
                  <c:v>3</c:v>
                </c:pt>
                <c:pt idx="1">
                  <c:v>25</c:v>
                </c:pt>
                <c:pt idx="2">
                  <c:v>23</c:v>
                </c:pt>
                <c:pt idx="3">
                  <c:v>38</c:v>
                </c:pt>
                <c:pt idx="4">
                  <c:v>58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54077304"/>
        <c:axId val="354074560"/>
      </c:barChart>
      <c:catAx>
        <c:axId val="354077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4074560"/>
        <c:crosses val="autoZero"/>
        <c:auto val="1"/>
        <c:lblAlgn val="ctr"/>
        <c:lblOffset val="100"/>
        <c:noMultiLvlLbl val="0"/>
      </c:catAx>
      <c:valAx>
        <c:axId val="354074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4077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bec9a49-5212-4e40-831c-5754c1e2705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/>
              <a:t>供应商认证单据分布</a:t>
            </a:r>
            <a:endParaRPr 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>
        <c:manualLayout>
          <c:layoutTarget val="inner"/>
          <c:xMode val="edge"/>
          <c:yMode val="edge"/>
          <c:x val="0.0413355923415917"/>
          <c:y val="0.238680319429748"/>
          <c:w val="0.82326519275636"/>
          <c:h val="0.673751982158867"/>
        </c:manualLayout>
      </c:layout>
      <c:pie3DChart>
        <c:varyColors val="1"/>
        <c:ser>
          <c:idx val="0"/>
          <c:order val="0"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1" i="0" u="none" strike="noStrike" kern="1200" spc="0" baseline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Sheet2!$A$25:$A$30</c:f>
              <c:strCache>
                <c:ptCount val="6"/>
                <c:pt idx="0">
                  <c:v>自主注册</c:v>
                </c:pt>
                <c:pt idx="1">
                  <c:v>邀请注册</c:v>
                </c:pt>
                <c:pt idx="2">
                  <c:v>合格供应商报告</c:v>
                </c:pt>
                <c:pt idx="3">
                  <c:v>供应商扩展申请</c:v>
                </c:pt>
                <c:pt idx="4">
                  <c:v>冻结/退出供应商报告</c:v>
                </c:pt>
                <c:pt idx="5">
                  <c:v>供应商信息变更</c:v>
                </c:pt>
              </c:strCache>
            </c:strRef>
          </c:cat>
          <c:val>
            <c:numRef>
              <c:f>Sheet2!$B$25:$B$30</c:f>
              <c:numCache>
                <c:formatCode>General</c:formatCode>
                <c:ptCount val="6"/>
                <c:pt idx="0">
                  <c:v>136</c:v>
                </c:pt>
                <c:pt idx="1">
                  <c:v>68</c:v>
                </c:pt>
                <c:pt idx="2">
                  <c:v>230</c:v>
                </c:pt>
                <c:pt idx="3">
                  <c:v>147</c:v>
                </c:pt>
                <c:pt idx="4">
                  <c:v>2</c:v>
                </c:pt>
                <c:pt idx="5">
                  <c:v>1511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2d04072-92b1-4e2f-a5fc-ba7ad35c550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送货单创建前</a:t>
            </a:r>
            <a:r>
              <a:rPr lang="en-US" altLang="zh-CN"/>
              <a:t>20</a:t>
            </a:r>
            <a:r>
              <a:rPr lang="zh-CN" altLang="en-US"/>
              <a:t>名</a:t>
            </a:r>
            <a:endParaRPr 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flip="none" rotWithShape="1">
              <a:gsLst>
                <a:gs pos="100000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Sheet3!$A$2:$A$21</c:f>
              <c:strCache>
                <c:ptCount val="20"/>
                <c:pt idx="0">
                  <c:v>宁波市北仑区大矸雄风机械厂</c:v>
                </c:pt>
                <c:pt idx="1">
                  <c:v>宁波市北仑新港冶金机械有限公司</c:v>
                </c:pt>
                <c:pt idx="2">
                  <c:v>宁波力晟贸易有限公司</c:v>
                </c:pt>
                <c:pt idx="3">
                  <c:v>日月重工股份有限公司</c:v>
                </c:pt>
                <c:pt idx="4">
                  <c:v>宁波市北仑甬薪缸套厂</c:v>
                </c:pt>
                <c:pt idx="5">
                  <c:v>宁波市奉化智升机械制造有限公司</c:v>
                </c:pt>
                <c:pt idx="6">
                  <c:v>宁波安信数控技术有限公司</c:v>
                </c:pt>
                <c:pt idx="7">
                  <c:v>宁波雄镇科技有限公司</c:v>
                </c:pt>
                <c:pt idx="8">
                  <c:v>宁波市镇海灵可机械有限公司</c:v>
                </c:pt>
                <c:pt idx="9">
                  <c:v>宁波市北仑区海润宸业机械制造有限公司</c:v>
                </c:pt>
                <c:pt idx="10">
                  <c:v>宁波市北仑区力泽通工贸有限公司</c:v>
                </c:pt>
                <c:pt idx="11">
                  <c:v>宁波经济技术开发区江南五交化有限公司</c:v>
                </c:pt>
                <c:pt idx="12">
                  <c:v>宁波市成龙机械有限公司</c:v>
                </c:pt>
                <c:pt idx="13">
                  <c:v>上海德垦流体设备科技有限公司</c:v>
                </c:pt>
                <c:pt idx="14">
                  <c:v>宁波市北仑永帝机械制造有限公司</c:v>
                </c:pt>
                <c:pt idx="15">
                  <c:v>宁波康发铸造有限公司</c:v>
                </c:pt>
                <c:pt idx="16">
                  <c:v>上海光惠贸易有限公司</c:v>
                </c:pt>
                <c:pt idx="17">
                  <c:v>费斯托（中国）有限公司</c:v>
                </c:pt>
                <c:pt idx="18">
                  <c:v>宁波市恒源铸造有限公司</c:v>
                </c:pt>
                <c:pt idx="19">
                  <c:v>宁波泰准金属制品有限公司</c:v>
                </c:pt>
              </c:strCache>
            </c:strRef>
          </c:cat>
          <c:val>
            <c:numRef>
              <c:f>Sheet3!$B$2:$B$21</c:f>
              <c:numCache>
                <c:formatCode>General</c:formatCode>
                <c:ptCount val="20"/>
                <c:pt idx="0">
                  <c:v>9637</c:v>
                </c:pt>
                <c:pt idx="1">
                  <c:v>2007</c:v>
                </c:pt>
                <c:pt idx="2">
                  <c:v>1009</c:v>
                </c:pt>
                <c:pt idx="3">
                  <c:v>722</c:v>
                </c:pt>
                <c:pt idx="4">
                  <c:v>713</c:v>
                </c:pt>
                <c:pt idx="5">
                  <c:v>661</c:v>
                </c:pt>
                <c:pt idx="6">
                  <c:v>568</c:v>
                </c:pt>
                <c:pt idx="7">
                  <c:v>567</c:v>
                </c:pt>
                <c:pt idx="8">
                  <c:v>564</c:v>
                </c:pt>
                <c:pt idx="9">
                  <c:v>552</c:v>
                </c:pt>
                <c:pt idx="10">
                  <c:v>495</c:v>
                </c:pt>
                <c:pt idx="11">
                  <c:v>459</c:v>
                </c:pt>
                <c:pt idx="12">
                  <c:v>455</c:v>
                </c:pt>
                <c:pt idx="13">
                  <c:v>440</c:v>
                </c:pt>
                <c:pt idx="14">
                  <c:v>437</c:v>
                </c:pt>
                <c:pt idx="15">
                  <c:v>410</c:v>
                </c:pt>
                <c:pt idx="16">
                  <c:v>399</c:v>
                </c:pt>
                <c:pt idx="17">
                  <c:v>387</c:v>
                </c:pt>
                <c:pt idx="18">
                  <c:v>376</c:v>
                </c:pt>
                <c:pt idx="19">
                  <c:v>363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54080048"/>
        <c:axId val="354076128"/>
      </c:barChart>
      <c:catAx>
        <c:axId val="354080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4076128"/>
        <c:crosses val="autoZero"/>
        <c:auto val="1"/>
        <c:lblAlgn val="ctr"/>
        <c:lblOffset val="100"/>
        <c:noMultiLvlLbl val="0"/>
      </c:catAx>
      <c:valAx>
        <c:axId val="354076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4080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4518ec3-2e87-4aaf-ba86-90a682bd39a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供应商创建发票前</a:t>
            </a:r>
            <a:r>
              <a:rPr lang="en-US" altLang="zh-CN"/>
              <a:t>20</a:t>
            </a:r>
            <a:r>
              <a:rPr lang="zh-CN" altLang="en-US"/>
              <a:t>名</a:t>
            </a:r>
            <a:endParaRPr 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flip="none" rotWithShape="1">
              <a:gsLst>
                <a:gs pos="100000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Sheet6!$A$2:$A$21</c:f>
              <c:strCache>
                <c:ptCount val="20"/>
                <c:pt idx="0">
                  <c:v>上海博世力士乐液压及自动化有限公司</c:v>
                </c:pt>
                <c:pt idx="1">
                  <c:v>浙江科强智能控制系统有限公司</c:v>
                </c:pt>
                <c:pt idx="2">
                  <c:v>东莞市台斯达精密零件有限公司</c:v>
                </c:pt>
                <c:pt idx="3">
                  <c:v>宁波特领机械制造有限公司</c:v>
                </c:pt>
                <c:pt idx="4">
                  <c:v>巴鲁夫自动化（上海）有限公司</c:v>
                </c:pt>
                <c:pt idx="5">
                  <c:v>科控工业自动化设备（上海）有限公司</c:v>
                </c:pt>
                <c:pt idx="6">
                  <c:v>丹佛斯动力系统（宁波）有限公司</c:v>
                </c:pt>
                <c:pt idx="7">
                  <c:v>宁波市北仑海通机械有限公司</c:v>
                </c:pt>
                <c:pt idx="8">
                  <c:v>南京工艺装备制造有限公司</c:v>
                </c:pt>
                <c:pt idx="9">
                  <c:v>上海光惠贸易有限公司</c:v>
                </c:pt>
                <c:pt idx="10">
                  <c:v>宁波群力紧固件制造有限公司</c:v>
                </c:pt>
                <c:pt idx="11">
                  <c:v>西门子（中国）有限公司</c:v>
                </c:pt>
                <c:pt idx="12">
                  <c:v>宁波益佰螺丝有限公司</c:v>
                </c:pt>
                <c:pt idx="13">
                  <c:v>宁波康发铸造有限公司</c:v>
                </c:pt>
                <c:pt idx="14">
                  <c:v>余姚市荣达电器有限公司</c:v>
                </c:pt>
                <c:pt idx="15">
                  <c:v>宁波经济技术开发区江南五交化有限公司</c:v>
                </c:pt>
                <c:pt idx="16">
                  <c:v>宁波市北仑新港冶金机械有限公司</c:v>
                </c:pt>
                <c:pt idx="17">
                  <c:v>物产中大金属集团有限公司</c:v>
                </c:pt>
                <c:pt idx="18">
                  <c:v>宁波睿鑫机械设备有限公司</c:v>
                </c:pt>
                <c:pt idx="19">
                  <c:v>宁波益邦化工科技有限公司</c:v>
                </c:pt>
              </c:strCache>
            </c:strRef>
          </c:cat>
          <c:val>
            <c:numRef>
              <c:f>Sheet6!$B$2:$B$21</c:f>
              <c:numCache>
                <c:formatCode>General</c:formatCode>
                <c:ptCount val="20"/>
                <c:pt idx="0">
                  <c:v>209</c:v>
                </c:pt>
                <c:pt idx="1">
                  <c:v>131</c:v>
                </c:pt>
                <c:pt idx="2">
                  <c:v>60</c:v>
                </c:pt>
                <c:pt idx="3">
                  <c:v>57</c:v>
                </c:pt>
                <c:pt idx="4">
                  <c:v>54</c:v>
                </c:pt>
                <c:pt idx="5">
                  <c:v>54</c:v>
                </c:pt>
                <c:pt idx="6">
                  <c:v>52</c:v>
                </c:pt>
                <c:pt idx="7">
                  <c:v>45</c:v>
                </c:pt>
                <c:pt idx="8">
                  <c:v>43</c:v>
                </c:pt>
                <c:pt idx="9">
                  <c:v>43</c:v>
                </c:pt>
                <c:pt idx="10">
                  <c:v>42</c:v>
                </c:pt>
                <c:pt idx="11">
                  <c:v>42</c:v>
                </c:pt>
                <c:pt idx="12">
                  <c:v>38</c:v>
                </c:pt>
                <c:pt idx="13">
                  <c:v>37</c:v>
                </c:pt>
                <c:pt idx="14">
                  <c:v>37</c:v>
                </c:pt>
                <c:pt idx="15">
                  <c:v>36</c:v>
                </c:pt>
                <c:pt idx="16">
                  <c:v>36</c:v>
                </c:pt>
                <c:pt idx="17">
                  <c:v>35</c:v>
                </c:pt>
                <c:pt idx="18">
                  <c:v>34</c:v>
                </c:pt>
                <c:pt idx="19">
                  <c:v>32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54078088"/>
        <c:axId val="354078872"/>
      </c:barChart>
      <c:catAx>
        <c:axId val="354078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4078872"/>
        <c:crosses val="autoZero"/>
        <c:auto val="1"/>
        <c:lblAlgn val="ctr"/>
        <c:lblOffset val="100"/>
        <c:noMultiLvlLbl val="0"/>
      </c:catAx>
      <c:valAx>
        <c:axId val="354078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4078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8e6bbb1-5a94-44a5-9d5d-f4dde4628f5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alpha val="0"/>
            </a:schemeClr>
          </a:gs>
          <a:gs pos="50000">
            <a:schemeClr val="phClr"/>
          </a:gs>
        </a:gsLst>
        <a:lin ang="5400000" scaled="0"/>
      </a:gradFill>
      <a:sp3d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alpha val="0"/>
            </a:schemeClr>
          </a:gs>
          <a:gs pos="50000">
            <a:schemeClr val="phClr"/>
          </a:gs>
        </a:gsLst>
        <a:lin ang="5400000" scaled="0"/>
      </a:gradFill>
      <a:sp3d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alpha val="0"/>
            </a:schemeClr>
          </a:gs>
          <a:gs pos="50000">
            <a:schemeClr val="phClr"/>
          </a:gs>
        </a:gsLst>
        <a:lin ang="5400000" scaled="0"/>
      </a:gradFill>
      <a:sp3d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alpha val="0"/>
            </a:schemeClr>
          </a:gs>
          <a:gs pos="50000">
            <a:schemeClr val="phClr"/>
          </a:gs>
        </a:gsLst>
        <a:lin ang="5400000" scaled="0"/>
      </a:gradFill>
      <a:sp3d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9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alpha val="0"/>
            </a:schemeClr>
          </a:gs>
          <a:gs pos="50000">
            <a:schemeClr val="phClr"/>
          </a:gs>
        </a:gsLst>
        <a:lin ang="5400000" scaled="0"/>
      </a:gradFill>
      <a:sp3d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322797-FB2B-49B4-B983-766D172EE160}" type="doc">
      <dgm:prSet loTypeId="urn:microsoft.com/office/officeart/2005/8/layout/vList5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3F89BB5E-6274-46B3-9D60-9E20BD3530AD}">
      <dgm:prSet phldrT="[文本]" custT="1"/>
      <dgm:spPr>
        <a:xfrm>
          <a:off x="353326" y="19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567EEACD-0AC0-40F3-A1E7-75830EE41771}" cxnId="{A568AF3E-5509-4474-913A-737292698EFB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558D5EC-6CB9-4F23-B330-637A9136E20C}" cxnId="{A568AF3E-5509-4474-913A-737292698EFB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08FCCE2-45B5-4D24-AE9F-3DEE01BD9D49}">
      <dgm:prSet phldrT="[文本]" custT="1"/>
      <dgm:spPr>
        <a:xfrm rot="5400000">
          <a:off x="3360549" y="-2363177"/>
          <a:ext cx="462590" cy="5304977"/>
        </a:xfrm>
        <a:prstGeom prst="round2SameRect">
          <a:avLst/>
        </a:prstGeom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2000" b="1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BD50C5C-4D0F-4FE8-B12B-B34D7E2F7FA7}" cxnId="{33CBECA4-48E1-4106-9174-D6ECED256989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E75D728-8917-4A44-9324-DA5960767995}" cxnId="{33CBECA4-48E1-4106-9174-D6ECED256989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0DC5077-CD8B-46FD-89F6-CB7EC77CD56A}">
      <dgm:prSet phldrT="[文本]" custT="1"/>
      <dgm:spPr>
        <a:xfrm>
          <a:off x="353326" y="60734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0769546-55D4-4F6D-859D-C2C079A13C28}" cxnId="{73483AF0-774A-4747-AC05-94F5D7A3CBA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1CEDA580-456F-4F9B-9F0E-442434E599CF}" cxnId="{73483AF0-774A-4747-AC05-94F5D7A3CBA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7C5F983-2F98-4965-9CC7-D69AC20306E5}">
      <dgm:prSet phldrT="[文本]" custT="1"/>
      <dgm:spPr>
        <a:xfrm rot="5400000">
          <a:off x="3360549" y="-1756027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A1BBEADC-1204-4862-AA84-A87A763DFCB3}" cxnId="{BA158BE7-FDB4-4DAC-ABC1-C300AD89499C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A433E0D-3987-46F9-B862-EA9850AB351E}" cxnId="{BA158BE7-FDB4-4DAC-ABC1-C300AD89499C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3E5E4154-E6F0-408C-8CAD-E2A89A9ECD08}">
      <dgm:prSet phldrT="[文本]" custT="1"/>
      <dgm:spPr>
        <a:xfrm>
          <a:off x="353326" y="12144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24D73C5C-121C-4677-9199-DFAFDA8C3CA7}" cxnId="{5EC8EDE0-73BC-498C-B0D3-039FF603653F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3E089C4-FE81-409C-9E63-178969ED8DED}" cxnId="{5EC8EDE0-73BC-498C-B0D3-039FF603653F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EA4EB662-ADE3-40CA-B4AB-B5043BECEB7E}">
      <dgm:prSet phldrT="[文本]" phldr="0" custT="1"/>
      <dgm:spPr>
        <a:xfrm rot="5400000">
          <a:off x="3360549" y="-1148877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vert="horz" wrap="square" lIns="247650" tIns="123825" rIns="247650" bIns="123825" numCol="1" spcCol="1270" anchor="ctr" anchorCtr="0" forceAA="0"/>
        <a:lstStyle/>
        <a:p>
          <a:pPr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355C0454-5D7D-42C8-9803-B6238909BA7D}" cxnId="{ECDA07CD-8EA6-46D1-87AD-761E2CAF1FFE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0E067BE-F3C9-4E74-A7E1-23F63943F449}" cxnId="{ECDA07CD-8EA6-46D1-87AD-761E2CAF1FFE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2868EEB-2106-41D2-9CAA-23B802F3628E}">
      <dgm:prSet phldrT="[文本]" custT="1"/>
      <dgm:spPr>
        <a:xfrm>
          <a:off x="353326" y="182164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A1BEDCF-16C6-412E-BEAC-0AE51CC76420}" cxnId="{4398337C-7A13-40C4-BCFD-271D75BF897F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733EB3-E204-4D0B-8B8A-DB5BA897D081}" cxnId="{4398337C-7A13-40C4-BCFD-271D75BF897F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9D6E3D2-F108-46EB-9217-F9CE6987CBCC}">
      <dgm:prSet phldrT="[文本]" custT="1"/>
      <dgm:spPr>
        <a:xfrm rot="5400000">
          <a:off x="3360549" y="-541726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F64E2ED-9566-4E53-998C-DBD300B82BA1}" cxnId="{B59DF32F-72D0-49FB-8F3B-7113ACCF35CC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ACCF1E-3B25-4E2D-B5D8-5A5929104F42}" cxnId="{B59DF32F-72D0-49FB-8F3B-7113ACCF35CC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CE91D3-BD88-47B9-B149-48FAC8F8995D}">
      <dgm:prSet phldrT="[文本]" custT="1"/>
      <dgm:spPr>
        <a:xfrm>
          <a:off x="353326" y="24287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774DDD2-2387-4001-9711-CF293EBFD78F}" cxnId="{22B334A9-BC95-4B13-807C-BE9DCA0EC304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1B3F5F2-514E-4CA3-9FAC-21FDF18C2E26}" cxnId="{22B334A9-BC95-4B13-807C-BE9DCA0EC304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D15EB9F0-6039-43E8-B6B7-3836E12B6DB3}">
      <dgm:prSet phldrT="[文本]" custT="1"/>
      <dgm:spPr>
        <a:xfrm rot="5400000">
          <a:off x="3360549" y="65423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C604ADF-1CEA-4555-901C-167411FBDDF7}" cxnId="{84BE37EB-8B76-4239-9D35-F5CA52501D27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6297801-FBF0-400A-BCA7-F85CC5638C73}" cxnId="{84BE37EB-8B76-4239-9D35-F5CA52501D27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1339A63-7080-4EF6-8582-578C61FA51C9}">
      <dgm:prSet phldrT="[文本]" custT="1"/>
      <dgm:spPr>
        <a:xfrm>
          <a:off x="353326" y="303594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F514F11-546A-4367-A61B-D0DE380F51BE}" cxnId="{8941D142-8A57-4532-958C-2E9B63A56912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89FF8A8-0445-420C-92BC-6C76609E87C9}" cxnId="{8941D142-8A57-4532-958C-2E9B63A56912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337778C-AF63-4B22-9C45-07ADE1010D9C}">
      <dgm:prSet phldrT="[文本]" custT="1"/>
      <dgm:spPr>
        <a:xfrm rot="5400000">
          <a:off x="3360549" y="672573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8F3E10D6-3126-427E-B9DC-513256479555}" cxnId="{8DC96750-57AD-47BC-810B-582FD21A2AF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DCAA63E-E3F2-4005-9D88-A8A4EBE9EDF3}" cxnId="{8DC96750-57AD-47BC-810B-582FD21A2AF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3278E8E-A4C4-4670-BDA3-7A320E2935DE}">
      <dgm:prSet phldrT="[文本]" custT="1"/>
      <dgm:spPr>
        <a:xfrm>
          <a:off x="353326" y="364309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76E817B3-7E2E-49DC-A84F-41FC83AD71AD}" cxnId="{26D08B03-62EC-47EA-8FDD-18122A6A7884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539C659E-13F4-4A76-86D6-3D07E547A5B7}" cxnId="{26D08B03-62EC-47EA-8FDD-18122A6A7884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C247DDB-F7E5-4183-BD94-C7F0399DEE7F}">
      <dgm:prSet phldrT="[文本]" custT="1"/>
      <dgm:spPr>
        <a:xfrm rot="5400000">
          <a:off x="3374406" y="1279724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C1054840-09AE-4BCB-98FF-91D4A0D23C1B}" cxnId="{4C984345-CA02-4AD4-B5AF-972640AAF38C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F5EEB89-538F-4C43-84F2-2AEEE1071A32}" cxnId="{4C984345-CA02-4AD4-B5AF-972640AAF38C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714E617-5CE3-400E-B7D9-88B6752E8989}">
      <dgm:prSet phldrT="[文本]"/>
      <dgm:spPr>
        <a:xfrm>
          <a:off x="353326" y="4250244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63624E3-6853-44FA-81FE-0786B422ACBD}" cxnId="{D040B2FE-3C1B-4F0F-A275-944D0D21CCE3}" type="parTrans">
      <dgm:prSet/>
      <dgm:spPr/>
      <dgm:t>
        <a:bodyPr/>
        <a:lstStyle/>
        <a:p>
          <a:endParaRPr lang="zh-CN" altLang="en-US"/>
        </a:p>
      </dgm:t>
    </dgm:pt>
    <dgm:pt modelId="{51CDF0E2-BDBD-48A4-94DF-CF9748221975}" cxnId="{D040B2FE-3C1B-4F0F-A275-944D0D21CCE3}" type="sibTrans">
      <dgm:prSet/>
      <dgm:spPr/>
      <dgm:t>
        <a:bodyPr/>
        <a:lstStyle/>
        <a:p>
          <a:endParaRPr lang="zh-CN" altLang="en-US"/>
        </a:p>
      </dgm:t>
    </dgm:pt>
    <dgm:pt modelId="{AC705202-7E99-4A6A-862F-AA92173956BC}">
      <dgm:prSet phldr="0" custT="1"/>
      <dgm:spPr>
        <a:xfrm rot="5400000">
          <a:off x="3374414" y="1873009"/>
          <a:ext cx="462590" cy="5332708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vert="horz" wrap="square" lIns="247650" tIns="123825" rIns="247650" bIns="123825" numCol="1" spcCol="1270" anchor="ctr" anchorCtr="0"/>
        <a:lstStyle/>
        <a:p>
          <a:pPr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4F22ABAB-1CEC-4328-A56D-454258986581}" cxnId="{D6787321-CBAA-42F9-993C-E0D99C18B9D0}" type="parTrans">
      <dgm:prSet/>
      <dgm:spPr/>
      <dgm:t>
        <a:bodyPr/>
        <a:lstStyle/>
        <a:p>
          <a:endParaRPr lang="zh-CN" altLang="en-US"/>
        </a:p>
      </dgm:t>
    </dgm:pt>
    <dgm:pt modelId="{D24568CA-6D39-4577-A179-E7E4F1F561AD}" cxnId="{D6787321-CBAA-42F9-993C-E0D99C18B9D0}" type="sibTrans">
      <dgm:prSet/>
      <dgm:spPr/>
      <dgm:t>
        <a:bodyPr/>
        <a:lstStyle/>
        <a:p>
          <a:endParaRPr lang="zh-CN" altLang="en-US"/>
        </a:p>
      </dgm:t>
    </dgm:pt>
    <dgm:pt modelId="{03E6A4DD-9C9F-49E0-B243-38B4BA97FDB6}" type="pres">
      <dgm:prSet presAssocID="{E7322797-FB2B-49B4-B983-766D172EE160}" presName="Name0" presStyleCnt="0">
        <dgm:presLayoutVars>
          <dgm:dir/>
          <dgm:animLvl val="lvl"/>
          <dgm:resizeHandles val="exact"/>
        </dgm:presLayoutVars>
      </dgm:prSet>
      <dgm:spPr/>
    </dgm:pt>
    <dgm:pt modelId="{1F002E57-F180-41EA-B0AB-9303FC58D51B}" type="pres">
      <dgm:prSet presAssocID="{3F89BB5E-6274-46B3-9D60-9E20BD3530AD}" presName="linNode" presStyleCnt="0"/>
      <dgm:spPr/>
    </dgm:pt>
    <dgm:pt modelId="{B14F474E-D99E-48B0-BE78-905393DD1838}" type="pres">
      <dgm:prSet presAssocID="{3F89BB5E-6274-46B3-9D60-9E20BD3530AD}" presName="parentText" presStyleLbl="node1" presStyleIdx="0" presStyleCnt="8" custScaleX="24570">
        <dgm:presLayoutVars>
          <dgm:chMax val="1"/>
          <dgm:bulletEnabled val="1"/>
        </dgm:presLayoutVars>
      </dgm:prSet>
      <dgm:spPr>
        <a:xfrm>
          <a:off x="523466" y="191"/>
          <a:ext cx="1338207" cy="578238"/>
        </a:xfrm>
        <a:prstGeom prst="roundRect">
          <a:avLst/>
        </a:prstGeom>
      </dgm:spPr>
    </dgm:pt>
    <dgm:pt modelId="{B6FC2166-1C53-4A70-BF25-C7828AE5921C}" type="pres">
      <dgm:prSet presAssocID="{3F89BB5E-6274-46B3-9D60-9E20BD3530AD}" presName="descendantText" presStyleLbl="alignAccFollowNode1" presStyleIdx="0" presStyleCnt="8" custScaleX="125110">
        <dgm:presLayoutVars>
          <dgm:bulletEnabled val="1"/>
        </dgm:presLayoutVars>
      </dgm:prSet>
      <dgm:spPr/>
    </dgm:pt>
    <dgm:pt modelId="{3F84297F-4CDF-44BA-807D-FA731FBEF253}" type="pres">
      <dgm:prSet presAssocID="{7558D5EC-6CB9-4F23-B330-637A9136E20C}" presName="sp" presStyleCnt="0"/>
      <dgm:spPr/>
    </dgm:pt>
    <dgm:pt modelId="{E53D67CA-CAE1-49B7-8D3E-532E2C1CA7F3}" type="pres">
      <dgm:prSet presAssocID="{20DC5077-CD8B-46FD-89F6-CB7EC77CD56A}" presName="linNode" presStyleCnt="0"/>
      <dgm:spPr/>
    </dgm:pt>
    <dgm:pt modelId="{DB638EA7-E480-42B4-819F-149B1F05971C}" type="pres">
      <dgm:prSet presAssocID="{20DC5077-CD8B-46FD-89F6-CB7EC77CD56A}" presName="parentText" presStyleLbl="node1" presStyleIdx="1" presStyleCnt="8" custScaleX="24570">
        <dgm:presLayoutVars>
          <dgm:chMax val="1"/>
          <dgm:bulletEnabled val="1"/>
        </dgm:presLayoutVars>
      </dgm:prSet>
      <dgm:spPr>
        <a:xfrm>
          <a:off x="523466" y="607341"/>
          <a:ext cx="1338207" cy="578238"/>
        </a:xfrm>
        <a:prstGeom prst="roundRect">
          <a:avLst/>
        </a:prstGeom>
      </dgm:spPr>
    </dgm:pt>
    <dgm:pt modelId="{E623E634-59FD-4626-AA90-0F0BB3471B68}" type="pres">
      <dgm:prSet presAssocID="{20DC5077-CD8B-46FD-89F6-CB7EC77CD56A}" presName="descendantText" presStyleLbl="alignAccFollowNode1" presStyleIdx="1" presStyleCnt="8" custScaleX="125110">
        <dgm:presLayoutVars>
          <dgm:bulletEnabled val="1"/>
        </dgm:presLayoutVars>
      </dgm:prSet>
      <dgm:spPr>
        <a:xfrm rot="5400000">
          <a:off x="3750503" y="-1223663"/>
          <a:ext cx="462590" cy="4240250"/>
        </a:xfrm>
        <a:prstGeom prst="round2SameRect">
          <a:avLst/>
        </a:prstGeom>
      </dgm:spPr>
    </dgm:pt>
    <dgm:pt modelId="{5D22D13F-B9E0-459A-8953-569B96448650}" type="pres">
      <dgm:prSet presAssocID="{1CEDA580-456F-4F9B-9F0E-442434E599CF}" presName="sp" presStyleCnt="0"/>
      <dgm:spPr/>
    </dgm:pt>
    <dgm:pt modelId="{D225D836-FC24-4F2C-880B-64C608290B35}" type="pres">
      <dgm:prSet presAssocID="{3E5E4154-E6F0-408C-8CAD-E2A89A9ECD08}" presName="linNode" presStyleCnt="0"/>
      <dgm:spPr/>
    </dgm:pt>
    <dgm:pt modelId="{3DCF53B2-4ACD-4C42-BDF2-FE42D4F8035E}" type="pres">
      <dgm:prSet presAssocID="{3E5E4154-E6F0-408C-8CAD-E2A89A9ECD08}" presName="parentText" presStyleLbl="node1" presStyleIdx="2" presStyleCnt="8" custScaleX="24570">
        <dgm:presLayoutVars>
          <dgm:chMax val="1"/>
          <dgm:bulletEnabled val="1"/>
        </dgm:presLayoutVars>
      </dgm:prSet>
      <dgm:spPr>
        <a:xfrm>
          <a:off x="523466" y="1821642"/>
          <a:ext cx="1338207" cy="578238"/>
        </a:xfrm>
        <a:prstGeom prst="roundRect">
          <a:avLst/>
        </a:prstGeom>
      </dgm:spPr>
    </dgm:pt>
    <dgm:pt modelId="{B424C359-18DB-403F-A337-9048DA4C2677}" type="pres">
      <dgm:prSet presAssocID="{3E5E4154-E6F0-408C-8CAD-E2A89A9ECD08}" presName="descendantText" presStyleLbl="alignAccFollowNode1" presStyleIdx="2" presStyleCnt="8" custScaleX="125110">
        <dgm:presLayoutVars>
          <dgm:bulletEnabled val="1"/>
        </dgm:presLayoutVars>
      </dgm:prSet>
      <dgm:spPr>
        <a:xfrm rot="5400000">
          <a:off x="3750503" y="-9363"/>
          <a:ext cx="462590" cy="4240250"/>
        </a:xfrm>
        <a:prstGeom prst="round2SameRect">
          <a:avLst/>
        </a:prstGeom>
      </dgm:spPr>
    </dgm:pt>
    <dgm:pt modelId="{A924E9DF-C83F-4958-979A-473F3185E977}" type="pres">
      <dgm:prSet presAssocID="{93E089C4-FE81-409C-9E63-178969ED8DED}" presName="sp" presStyleCnt="0"/>
      <dgm:spPr/>
    </dgm:pt>
    <dgm:pt modelId="{904F3293-5AE0-497D-9A2F-81B3514E1DAA}" type="pres">
      <dgm:prSet presAssocID="{A2868EEB-2106-41D2-9CAA-23B802F3628E}" presName="linNode" presStyleCnt="0"/>
      <dgm:spPr/>
    </dgm:pt>
    <dgm:pt modelId="{1565C43A-C6E1-4D55-BE9E-E6FB7F9EF95E}" type="pres">
      <dgm:prSet presAssocID="{A2868EEB-2106-41D2-9CAA-23B802F3628E}" presName="parentText" presStyleLbl="node1" presStyleIdx="3" presStyleCnt="8" custScaleX="24570">
        <dgm:presLayoutVars>
          <dgm:chMax val="1"/>
          <dgm:bulletEnabled val="1"/>
        </dgm:presLayoutVars>
      </dgm:prSet>
      <dgm:spPr>
        <a:xfrm>
          <a:off x="523466" y="2428792"/>
          <a:ext cx="1338207" cy="578238"/>
        </a:xfrm>
        <a:prstGeom prst="roundRect">
          <a:avLst/>
        </a:prstGeom>
      </dgm:spPr>
    </dgm:pt>
    <dgm:pt modelId="{C273201C-C54F-402D-A78F-F9A831FB8D94}" type="pres">
      <dgm:prSet presAssocID="{A2868EEB-2106-41D2-9CAA-23B802F3628E}" presName="descendantText" presStyleLbl="alignAccFollowNode1" presStyleIdx="3" presStyleCnt="8" custScaleX="125110">
        <dgm:presLayoutVars>
          <dgm:bulletEnabled val="1"/>
        </dgm:presLayoutVars>
      </dgm:prSet>
      <dgm:spPr>
        <a:xfrm rot="5400000">
          <a:off x="3750503" y="597787"/>
          <a:ext cx="462590" cy="4240250"/>
        </a:xfrm>
        <a:prstGeom prst="round2SameRect">
          <a:avLst/>
        </a:prstGeom>
      </dgm:spPr>
    </dgm:pt>
    <dgm:pt modelId="{CBAD83B6-D6DB-446B-B4D2-C4E7C1C11633}" type="pres">
      <dgm:prSet presAssocID="{9D733EB3-E204-4D0B-8B8A-DB5BA897D081}" presName="sp" presStyleCnt="0"/>
      <dgm:spPr/>
    </dgm:pt>
    <dgm:pt modelId="{2DE1FFD5-A236-4D13-B701-B1E8AA5BBE96}" type="pres">
      <dgm:prSet presAssocID="{9DCE91D3-BD88-47B9-B149-48FAC8F8995D}" presName="linNode" presStyleCnt="0"/>
      <dgm:spPr/>
    </dgm:pt>
    <dgm:pt modelId="{0FE8B3E4-0354-400A-B940-60E0BC183555}" type="pres">
      <dgm:prSet presAssocID="{9DCE91D3-BD88-47B9-B149-48FAC8F8995D}" presName="parentText" presStyleLbl="node1" presStyleIdx="4" presStyleCnt="8" custScaleX="24570">
        <dgm:presLayoutVars>
          <dgm:chMax val="1"/>
          <dgm:bulletEnabled val="1"/>
        </dgm:presLayoutVars>
      </dgm:prSet>
      <dgm:spPr>
        <a:xfrm>
          <a:off x="523466" y="3035943"/>
          <a:ext cx="1338207" cy="578238"/>
        </a:xfrm>
        <a:prstGeom prst="roundRect">
          <a:avLst/>
        </a:prstGeom>
      </dgm:spPr>
    </dgm:pt>
    <dgm:pt modelId="{9329CE25-B2F6-4010-B9B5-7EAAFC658CA4}" type="pres">
      <dgm:prSet presAssocID="{9DCE91D3-BD88-47B9-B149-48FAC8F8995D}" presName="descendantText" presStyleLbl="alignAccFollowNode1" presStyleIdx="4" presStyleCnt="8" custScaleX="125110">
        <dgm:presLayoutVars>
          <dgm:bulletEnabled val="1"/>
        </dgm:presLayoutVars>
      </dgm:prSet>
      <dgm:spPr>
        <a:xfrm rot="5400000">
          <a:off x="3750503" y="1204937"/>
          <a:ext cx="462590" cy="4240250"/>
        </a:xfrm>
        <a:prstGeom prst="round2SameRect">
          <a:avLst/>
        </a:prstGeom>
      </dgm:spPr>
    </dgm:pt>
    <dgm:pt modelId="{A243A6E1-B947-4D3A-B069-B4DE6F32318A}" type="pres">
      <dgm:prSet presAssocID="{21B3F5F2-514E-4CA3-9FAC-21FDF18C2E26}" presName="sp" presStyleCnt="0"/>
      <dgm:spPr/>
    </dgm:pt>
    <dgm:pt modelId="{DBE1B852-BE91-45C3-8EE8-9C7E6313A441}" type="pres">
      <dgm:prSet presAssocID="{B1339A63-7080-4EF6-8582-578C61FA51C9}" presName="linNode" presStyleCnt="0"/>
      <dgm:spPr/>
    </dgm:pt>
    <dgm:pt modelId="{EEFF1B65-15AF-429A-B27F-8438CB59B623}" type="pres">
      <dgm:prSet presAssocID="{B1339A63-7080-4EF6-8582-578C61FA51C9}" presName="parentText" presStyleLbl="node1" presStyleIdx="5" presStyleCnt="8" custScaleX="24570">
        <dgm:presLayoutVars>
          <dgm:chMax val="1"/>
          <dgm:bulletEnabled val="1"/>
        </dgm:presLayoutVars>
      </dgm:prSet>
      <dgm:spPr>
        <a:xfrm>
          <a:off x="523466" y="3643093"/>
          <a:ext cx="1338207" cy="578238"/>
        </a:xfrm>
        <a:prstGeom prst="roundRect">
          <a:avLst/>
        </a:prstGeom>
      </dgm:spPr>
    </dgm:pt>
    <dgm:pt modelId="{644154CA-5D4F-46E3-946B-B49D535FFE69}" type="pres">
      <dgm:prSet presAssocID="{B1339A63-7080-4EF6-8582-578C61FA51C9}" presName="descendantText" presStyleLbl="alignAccFollowNode1" presStyleIdx="5" presStyleCnt="8" custScaleX="125110">
        <dgm:presLayoutVars>
          <dgm:bulletEnabled val="1"/>
        </dgm:presLayoutVars>
      </dgm:prSet>
      <dgm:spPr>
        <a:xfrm rot="5400000">
          <a:off x="3750503" y="1812087"/>
          <a:ext cx="462590" cy="4240250"/>
        </a:xfrm>
        <a:prstGeom prst="round2SameRect">
          <a:avLst/>
        </a:prstGeom>
      </dgm:spPr>
    </dgm:pt>
    <dgm:pt modelId="{022C7B38-B90D-48BE-B035-842613661D12}" type="pres">
      <dgm:prSet presAssocID="{789FF8A8-0445-420C-92BC-6C76609E87C9}" presName="sp" presStyleCnt="0"/>
      <dgm:spPr/>
    </dgm:pt>
    <dgm:pt modelId="{76C1A62B-FE11-4D5C-A898-B405F97005C9}" type="pres">
      <dgm:prSet presAssocID="{73278E8E-A4C4-4670-BDA3-7A320E2935DE}" presName="linNode" presStyleCnt="0"/>
      <dgm:spPr/>
    </dgm:pt>
    <dgm:pt modelId="{A38D09B5-20FE-4B65-B487-80A7FF67BDEB}" type="pres">
      <dgm:prSet presAssocID="{73278E8E-A4C4-4670-BDA3-7A320E2935DE}" presName="parentText" presStyleLbl="node1" presStyleIdx="6" presStyleCnt="8" custScaleX="24570">
        <dgm:presLayoutVars>
          <dgm:chMax val="1"/>
          <dgm:bulletEnabled val="1"/>
        </dgm:presLayoutVars>
      </dgm:prSet>
      <dgm:spPr>
        <a:xfrm>
          <a:off x="523466" y="4250244"/>
          <a:ext cx="1338207" cy="578238"/>
        </a:xfrm>
        <a:prstGeom prst="roundRect">
          <a:avLst/>
        </a:prstGeom>
      </dgm:spPr>
    </dgm:pt>
    <dgm:pt modelId="{D127289C-55BB-49E9-B361-F89425276C48}" type="pres">
      <dgm:prSet presAssocID="{73278E8E-A4C4-4670-BDA3-7A320E2935DE}" presName="descendantText" presStyleLbl="alignAccFollowNode1" presStyleIdx="6" presStyleCnt="8" custScaleX="125110" custLinFactNeighborX="581">
        <dgm:presLayoutVars>
          <dgm:bulletEnabled val="1"/>
        </dgm:presLayoutVars>
      </dgm:prSet>
      <dgm:spPr>
        <a:xfrm rot="5400000">
          <a:off x="3750503" y="2419238"/>
          <a:ext cx="462590" cy="4240250"/>
        </a:xfrm>
        <a:prstGeom prst="round2SameRect">
          <a:avLst/>
        </a:prstGeom>
      </dgm:spPr>
    </dgm:pt>
    <dgm:pt modelId="{937190F1-CD69-4745-8F8D-A363F79A87F1}" type="pres">
      <dgm:prSet presAssocID="{539C659E-13F4-4A76-86D6-3D07E547A5B7}" presName="sp" presStyleCnt="0"/>
      <dgm:spPr/>
    </dgm:pt>
    <dgm:pt modelId="{9D67AD5E-38CF-4393-BA21-BFC6371D7AE8}" type="pres">
      <dgm:prSet presAssocID="{C714E617-5CE3-400E-B7D9-88B6752E8989}" presName="linNode" presStyleCnt="0"/>
      <dgm:spPr/>
    </dgm:pt>
    <dgm:pt modelId="{C1D1E351-4BA4-4935-AEF0-66092CFDCDC6}" type="pres">
      <dgm:prSet presAssocID="{C714E617-5CE3-400E-B7D9-88B6752E8989}" presName="parentText" presStyleLbl="node1" presStyleIdx="7" presStyleCnt="8" custScaleX="24570">
        <dgm:presLayoutVars>
          <dgm:chMax val="1"/>
          <dgm:bulletEnabled val="1"/>
        </dgm:presLayoutVars>
      </dgm:prSet>
      <dgm:spPr>
        <a:prstGeom prst="roundRect">
          <a:avLst/>
        </a:prstGeom>
      </dgm:spPr>
    </dgm:pt>
    <dgm:pt modelId="{519A0F10-8DB0-434D-81DD-2B53335586CC}" type="pres">
      <dgm:prSet presAssocID="{C714E617-5CE3-400E-B7D9-88B6752E8989}" presName="descendantText" presStyleLbl="alignAccFollowNode1" presStyleIdx="7" presStyleCnt="8" custScaleX="125764">
        <dgm:presLayoutVars>
          <dgm:bulletEnabled val="1"/>
        </dgm:presLayoutVars>
      </dgm:prSet>
      <dgm:spPr>
        <a:xfrm rot="5400000">
          <a:off x="2842051" y="2419238"/>
          <a:ext cx="462590" cy="4240250"/>
        </a:xfrm>
        <a:prstGeom prst="round2SameRect">
          <a:avLst/>
        </a:prstGeom>
      </dgm:spPr>
    </dgm:pt>
  </dgm:ptLst>
  <dgm:cxnLst>
    <dgm:cxn modelId="{D405E402-54D2-43B4-857E-56627A64ADCC}" type="presOf" srcId="{CC247DDB-F7E5-4183-BD94-C7F0399DEE7F}" destId="{D127289C-55BB-49E9-B361-F89425276C48}" srcOrd="0" destOrd="0" presId="urn:microsoft.com/office/officeart/2005/8/layout/vList5"/>
    <dgm:cxn modelId="{26D08B03-62EC-47EA-8FDD-18122A6A7884}" srcId="{E7322797-FB2B-49B4-B983-766D172EE160}" destId="{73278E8E-A4C4-4670-BDA3-7A320E2935DE}" srcOrd="6" destOrd="0" parTransId="{76E817B3-7E2E-49DC-A84F-41FC83AD71AD}" sibTransId="{539C659E-13F4-4A76-86D6-3D07E547A5B7}"/>
    <dgm:cxn modelId="{1FB5A00D-6006-4FDC-888A-12F8FA73428E}" type="presOf" srcId="{9DCE91D3-BD88-47B9-B149-48FAC8F8995D}" destId="{0FE8B3E4-0354-400A-B940-60E0BC183555}" srcOrd="0" destOrd="0" presId="urn:microsoft.com/office/officeart/2005/8/layout/vList5"/>
    <dgm:cxn modelId="{52D3B716-9F92-4557-943C-7C8EE7CD3B03}" type="presOf" srcId="{B1339A63-7080-4EF6-8582-578C61FA51C9}" destId="{EEFF1B65-15AF-429A-B27F-8438CB59B623}" srcOrd="0" destOrd="0" presId="urn:microsoft.com/office/officeart/2005/8/layout/vList5"/>
    <dgm:cxn modelId="{EC290D21-0EFC-41FA-B9CF-C402AA870AF1}" type="presOf" srcId="{A2868EEB-2106-41D2-9CAA-23B802F3628E}" destId="{1565C43A-C6E1-4D55-BE9E-E6FB7F9EF95E}" srcOrd="0" destOrd="0" presId="urn:microsoft.com/office/officeart/2005/8/layout/vList5"/>
    <dgm:cxn modelId="{D6787321-CBAA-42F9-993C-E0D99C18B9D0}" srcId="{C714E617-5CE3-400E-B7D9-88B6752E8989}" destId="{AC705202-7E99-4A6A-862F-AA92173956BC}" srcOrd="0" destOrd="0" parTransId="{4F22ABAB-1CEC-4328-A56D-454258986581}" sibTransId="{D24568CA-6D39-4577-A179-E7E4F1F561AD}"/>
    <dgm:cxn modelId="{4C06342E-BE89-48F8-9650-592586F5459F}" type="presOf" srcId="{EA4EB662-ADE3-40CA-B4AB-B5043BECEB7E}" destId="{B424C359-18DB-403F-A337-9048DA4C2677}" srcOrd="0" destOrd="0" presId="urn:microsoft.com/office/officeart/2005/8/layout/vList5"/>
    <dgm:cxn modelId="{B59DF32F-72D0-49FB-8F3B-7113ACCF35CC}" srcId="{A2868EEB-2106-41D2-9CAA-23B802F3628E}" destId="{99D6E3D2-F108-46EB-9217-F9CE6987CBCC}" srcOrd="0" destOrd="0" parTransId="{6F64E2ED-9566-4E53-998C-DBD300B82BA1}" sibTransId="{9DACCF1E-3B25-4E2D-B5D8-5A5929104F42}"/>
    <dgm:cxn modelId="{A568AF3E-5509-4474-913A-737292698EFB}" srcId="{E7322797-FB2B-49B4-B983-766D172EE160}" destId="{3F89BB5E-6274-46B3-9D60-9E20BD3530AD}" srcOrd="0" destOrd="0" parTransId="{567EEACD-0AC0-40F3-A1E7-75830EE41771}" sibTransId="{7558D5EC-6CB9-4F23-B330-637A9136E20C}"/>
    <dgm:cxn modelId="{8941D142-8A57-4532-958C-2E9B63A56912}" srcId="{E7322797-FB2B-49B4-B983-766D172EE160}" destId="{B1339A63-7080-4EF6-8582-578C61FA51C9}" srcOrd="5" destOrd="0" parTransId="{1F514F11-546A-4367-A61B-D0DE380F51BE}" sibTransId="{789FF8A8-0445-420C-92BC-6C76609E87C9}"/>
    <dgm:cxn modelId="{B278BD43-2BFF-41C0-BB13-BDF2E11E8484}" type="presOf" srcId="{D15EB9F0-6039-43E8-B6B7-3836E12B6DB3}" destId="{9329CE25-B2F6-4010-B9B5-7EAAFC658CA4}" srcOrd="0" destOrd="0" presId="urn:microsoft.com/office/officeart/2005/8/layout/vList5"/>
    <dgm:cxn modelId="{4C984345-CA02-4AD4-B5AF-972640AAF38C}" srcId="{73278E8E-A4C4-4670-BDA3-7A320E2935DE}" destId="{CC247DDB-F7E5-4183-BD94-C7F0399DEE7F}" srcOrd="0" destOrd="0" parTransId="{C1054840-09AE-4BCB-98FF-91D4A0D23C1B}" sibTransId="{6F5EEB89-538F-4C43-84F2-2AEEE1071A32}"/>
    <dgm:cxn modelId="{8DC96750-57AD-47BC-810B-582FD21A2AFD}" srcId="{B1339A63-7080-4EF6-8582-578C61FA51C9}" destId="{8337778C-AF63-4B22-9C45-07ADE1010D9C}" srcOrd="0" destOrd="0" parTransId="{8F3E10D6-3126-427E-B9DC-513256479555}" sibTransId="{2DCAA63E-E3F2-4005-9D88-A8A4EBE9EDF3}"/>
    <dgm:cxn modelId="{726EAC72-2498-47A3-8E81-D1F99FE9EF35}" type="presOf" srcId="{99D6E3D2-F108-46EB-9217-F9CE6987CBCC}" destId="{C273201C-C54F-402D-A78F-F9A831FB8D94}" srcOrd="0" destOrd="0" presId="urn:microsoft.com/office/officeart/2005/8/layout/vList5"/>
    <dgm:cxn modelId="{5150F476-80CB-441F-A125-902873995B52}" type="presOf" srcId="{8337778C-AF63-4B22-9C45-07ADE1010D9C}" destId="{644154CA-5D4F-46E3-946B-B49D535FFE69}" srcOrd="0" destOrd="0" presId="urn:microsoft.com/office/officeart/2005/8/layout/vList5"/>
    <dgm:cxn modelId="{4398337C-7A13-40C4-BCFD-271D75BF897F}" srcId="{E7322797-FB2B-49B4-B983-766D172EE160}" destId="{A2868EEB-2106-41D2-9CAA-23B802F3628E}" srcOrd="3" destOrd="0" parTransId="{0A1BEDCF-16C6-412E-BEAC-0AE51CC76420}" sibTransId="{9D733EB3-E204-4D0B-8B8A-DB5BA897D081}"/>
    <dgm:cxn modelId="{AA598588-E599-478E-B706-07AACC74ACEB}" type="presOf" srcId="{E7322797-FB2B-49B4-B983-766D172EE160}" destId="{03E6A4DD-9C9F-49E0-B243-38B4BA97FDB6}" srcOrd="0" destOrd="0" presId="urn:microsoft.com/office/officeart/2005/8/layout/vList5"/>
    <dgm:cxn modelId="{C149379A-2379-4C46-BE94-8CD04CB581A1}" type="presOf" srcId="{20DC5077-CD8B-46FD-89F6-CB7EC77CD56A}" destId="{DB638EA7-E480-42B4-819F-149B1F05971C}" srcOrd="0" destOrd="0" presId="urn:microsoft.com/office/officeart/2005/8/layout/vList5"/>
    <dgm:cxn modelId="{33CBECA4-48E1-4106-9174-D6ECED256989}" srcId="{3F89BB5E-6274-46B3-9D60-9E20BD3530AD}" destId="{908FCCE2-45B5-4D24-AE9F-3DEE01BD9D49}" srcOrd="0" destOrd="0" parTransId="{DBD50C5C-4D0F-4FE8-B12B-B34D7E2F7FA7}" sibTransId="{8E75D728-8917-4A44-9324-DA5960767995}"/>
    <dgm:cxn modelId="{22B334A9-BC95-4B13-807C-BE9DCA0EC304}" srcId="{E7322797-FB2B-49B4-B983-766D172EE160}" destId="{9DCE91D3-BD88-47B9-B149-48FAC8F8995D}" srcOrd="4" destOrd="0" parTransId="{1774DDD2-2387-4001-9711-CF293EBFD78F}" sibTransId="{21B3F5F2-514E-4CA3-9FAC-21FDF18C2E26}"/>
    <dgm:cxn modelId="{1CC47EB1-FD84-4361-A587-F3A906FD62E1}" type="presOf" srcId="{AC705202-7E99-4A6A-862F-AA92173956BC}" destId="{519A0F10-8DB0-434D-81DD-2B53335586CC}" srcOrd="0" destOrd="0" presId="urn:microsoft.com/office/officeart/2005/8/layout/vList5"/>
    <dgm:cxn modelId="{9D9373C7-F616-42D3-ABD9-A1B398E3B03F}" type="presOf" srcId="{3F89BB5E-6274-46B3-9D60-9E20BD3530AD}" destId="{B14F474E-D99E-48B0-BE78-905393DD1838}" srcOrd="0" destOrd="0" presId="urn:microsoft.com/office/officeart/2005/8/layout/vList5"/>
    <dgm:cxn modelId="{ECDA07CD-8EA6-46D1-87AD-761E2CAF1FFE}" srcId="{3E5E4154-E6F0-408C-8CAD-E2A89A9ECD08}" destId="{EA4EB662-ADE3-40CA-B4AB-B5043BECEB7E}" srcOrd="0" destOrd="0" parTransId="{355C0454-5D7D-42C8-9803-B6238909BA7D}" sibTransId="{60E067BE-F3C9-4E74-A7E1-23F63943F449}"/>
    <dgm:cxn modelId="{594C37D9-2074-46A0-A2AE-F3FA9A89B341}" type="presOf" srcId="{A7C5F983-2F98-4965-9CC7-D69AC20306E5}" destId="{E623E634-59FD-4626-AA90-0F0BB3471B68}" srcOrd="0" destOrd="0" presId="urn:microsoft.com/office/officeart/2005/8/layout/vList5"/>
    <dgm:cxn modelId="{5EC8EDE0-73BC-498C-B0D3-039FF603653F}" srcId="{E7322797-FB2B-49B4-B983-766D172EE160}" destId="{3E5E4154-E6F0-408C-8CAD-E2A89A9ECD08}" srcOrd="2" destOrd="0" parTransId="{24D73C5C-121C-4677-9199-DFAFDA8C3CA7}" sibTransId="{93E089C4-FE81-409C-9E63-178969ED8DED}"/>
    <dgm:cxn modelId="{359F82E6-EBA3-4F05-BAA0-2AEFB2E0F8CA}" type="presOf" srcId="{73278E8E-A4C4-4670-BDA3-7A320E2935DE}" destId="{A38D09B5-20FE-4B65-B487-80A7FF67BDEB}" srcOrd="0" destOrd="0" presId="urn:microsoft.com/office/officeart/2005/8/layout/vList5"/>
    <dgm:cxn modelId="{BA158BE7-FDB4-4DAC-ABC1-C300AD89499C}" srcId="{20DC5077-CD8B-46FD-89F6-CB7EC77CD56A}" destId="{A7C5F983-2F98-4965-9CC7-D69AC20306E5}" srcOrd="0" destOrd="0" parTransId="{A1BBEADC-1204-4862-AA84-A87A763DFCB3}" sibTransId="{AA433E0D-3987-46F9-B862-EA9850AB351E}"/>
    <dgm:cxn modelId="{84BE37EB-8B76-4239-9D35-F5CA52501D27}" srcId="{9DCE91D3-BD88-47B9-B149-48FAC8F8995D}" destId="{D15EB9F0-6039-43E8-B6B7-3836E12B6DB3}" srcOrd="0" destOrd="0" parTransId="{6C604ADF-1CEA-4555-901C-167411FBDDF7}" sibTransId="{B6297801-FBF0-400A-BCA7-F85CC5638C73}"/>
    <dgm:cxn modelId="{76CF7AEC-595E-472A-B104-091FD0D455EC}" type="presOf" srcId="{3E5E4154-E6F0-408C-8CAD-E2A89A9ECD08}" destId="{3DCF53B2-4ACD-4C42-BDF2-FE42D4F8035E}" srcOrd="0" destOrd="0" presId="urn:microsoft.com/office/officeart/2005/8/layout/vList5"/>
    <dgm:cxn modelId="{3797CBEC-CA84-4637-85F4-4321295E54EF}" type="presOf" srcId="{908FCCE2-45B5-4D24-AE9F-3DEE01BD9D49}" destId="{B6FC2166-1C53-4A70-BF25-C7828AE5921C}" srcOrd="0" destOrd="0" presId="urn:microsoft.com/office/officeart/2005/8/layout/vList5"/>
    <dgm:cxn modelId="{73483AF0-774A-4747-AC05-94F5D7A3CBAD}" srcId="{E7322797-FB2B-49B4-B983-766D172EE160}" destId="{20DC5077-CD8B-46FD-89F6-CB7EC77CD56A}" srcOrd="1" destOrd="0" parTransId="{00769546-55D4-4F6D-859D-C2C079A13C28}" sibTransId="{1CEDA580-456F-4F9B-9F0E-442434E599CF}"/>
    <dgm:cxn modelId="{D040B2FE-3C1B-4F0F-A275-944D0D21CCE3}" srcId="{E7322797-FB2B-49B4-B983-766D172EE160}" destId="{C714E617-5CE3-400E-B7D9-88B6752E8989}" srcOrd="7" destOrd="0" parTransId="{D63624E3-6853-44FA-81FE-0786B422ACBD}" sibTransId="{51CDF0E2-BDBD-48A4-94DF-CF9748221975}"/>
    <dgm:cxn modelId="{F65EE5FF-C307-40E8-A0F4-61A574ADC202}" type="presOf" srcId="{C714E617-5CE3-400E-B7D9-88B6752E8989}" destId="{C1D1E351-4BA4-4935-AEF0-66092CFDCDC6}" srcOrd="0" destOrd="0" presId="urn:microsoft.com/office/officeart/2005/8/layout/vList5"/>
    <dgm:cxn modelId="{3CE6D1C3-AE48-4468-B02A-773303803DB3}" type="presParOf" srcId="{03E6A4DD-9C9F-49E0-B243-38B4BA97FDB6}" destId="{1F002E57-F180-41EA-B0AB-9303FC58D51B}" srcOrd="0" destOrd="0" presId="urn:microsoft.com/office/officeart/2005/8/layout/vList5"/>
    <dgm:cxn modelId="{0675F9E3-FF17-41FF-AF4E-84E79735AD18}" type="presParOf" srcId="{1F002E57-F180-41EA-B0AB-9303FC58D51B}" destId="{B14F474E-D99E-48B0-BE78-905393DD1838}" srcOrd="0" destOrd="0" presId="urn:microsoft.com/office/officeart/2005/8/layout/vList5"/>
    <dgm:cxn modelId="{AE3367CE-4FE3-4062-BB0B-1B3766C8E2CD}" type="presParOf" srcId="{1F002E57-F180-41EA-B0AB-9303FC58D51B}" destId="{B6FC2166-1C53-4A70-BF25-C7828AE5921C}" srcOrd="1" destOrd="0" presId="urn:microsoft.com/office/officeart/2005/8/layout/vList5"/>
    <dgm:cxn modelId="{030CFBE2-ACD4-4557-BAD0-7847A0A8F3D8}" type="presParOf" srcId="{03E6A4DD-9C9F-49E0-B243-38B4BA97FDB6}" destId="{3F84297F-4CDF-44BA-807D-FA731FBEF253}" srcOrd="1" destOrd="0" presId="urn:microsoft.com/office/officeart/2005/8/layout/vList5"/>
    <dgm:cxn modelId="{6F5C78DF-76CD-47A1-9441-A724A1D7D7EE}" type="presParOf" srcId="{03E6A4DD-9C9F-49E0-B243-38B4BA97FDB6}" destId="{E53D67CA-CAE1-49B7-8D3E-532E2C1CA7F3}" srcOrd="2" destOrd="0" presId="urn:microsoft.com/office/officeart/2005/8/layout/vList5"/>
    <dgm:cxn modelId="{9EDBB507-5E6C-4A43-AEF5-56F19F49A351}" type="presParOf" srcId="{E53D67CA-CAE1-49B7-8D3E-532E2C1CA7F3}" destId="{DB638EA7-E480-42B4-819F-149B1F05971C}" srcOrd="0" destOrd="0" presId="urn:microsoft.com/office/officeart/2005/8/layout/vList5"/>
    <dgm:cxn modelId="{D4EBE7C0-30E6-4085-B595-5E2CEC0A23F2}" type="presParOf" srcId="{E53D67CA-CAE1-49B7-8D3E-532E2C1CA7F3}" destId="{E623E634-59FD-4626-AA90-0F0BB3471B68}" srcOrd="1" destOrd="0" presId="urn:microsoft.com/office/officeart/2005/8/layout/vList5"/>
    <dgm:cxn modelId="{96A1C016-06B8-436D-B861-D9E5A8756478}" type="presParOf" srcId="{03E6A4DD-9C9F-49E0-B243-38B4BA97FDB6}" destId="{5D22D13F-B9E0-459A-8953-569B96448650}" srcOrd="3" destOrd="0" presId="urn:microsoft.com/office/officeart/2005/8/layout/vList5"/>
    <dgm:cxn modelId="{0A524CFB-DD25-403B-99F1-53B8858DAA8F}" type="presParOf" srcId="{03E6A4DD-9C9F-49E0-B243-38B4BA97FDB6}" destId="{D225D836-FC24-4F2C-880B-64C608290B35}" srcOrd="4" destOrd="0" presId="urn:microsoft.com/office/officeart/2005/8/layout/vList5"/>
    <dgm:cxn modelId="{9A555244-0077-4060-9F78-2D42BBC6076D}" type="presParOf" srcId="{D225D836-FC24-4F2C-880B-64C608290B35}" destId="{3DCF53B2-4ACD-4C42-BDF2-FE42D4F8035E}" srcOrd="0" destOrd="0" presId="urn:microsoft.com/office/officeart/2005/8/layout/vList5"/>
    <dgm:cxn modelId="{D8515098-DAE5-4E52-9C25-92D1EAA20443}" type="presParOf" srcId="{D225D836-FC24-4F2C-880B-64C608290B35}" destId="{B424C359-18DB-403F-A337-9048DA4C2677}" srcOrd="1" destOrd="0" presId="urn:microsoft.com/office/officeart/2005/8/layout/vList5"/>
    <dgm:cxn modelId="{71143312-24F7-4867-9DDB-F239B9DF2025}" type="presParOf" srcId="{03E6A4DD-9C9F-49E0-B243-38B4BA97FDB6}" destId="{A924E9DF-C83F-4958-979A-473F3185E977}" srcOrd="5" destOrd="0" presId="urn:microsoft.com/office/officeart/2005/8/layout/vList5"/>
    <dgm:cxn modelId="{8D641EBC-0228-49BD-880E-EEF9338BD2F1}" type="presParOf" srcId="{03E6A4DD-9C9F-49E0-B243-38B4BA97FDB6}" destId="{904F3293-5AE0-497D-9A2F-81B3514E1DAA}" srcOrd="6" destOrd="0" presId="urn:microsoft.com/office/officeart/2005/8/layout/vList5"/>
    <dgm:cxn modelId="{052AA117-6720-4F24-94D1-47A163C7058A}" type="presParOf" srcId="{904F3293-5AE0-497D-9A2F-81B3514E1DAA}" destId="{1565C43A-C6E1-4D55-BE9E-E6FB7F9EF95E}" srcOrd="0" destOrd="0" presId="urn:microsoft.com/office/officeart/2005/8/layout/vList5"/>
    <dgm:cxn modelId="{12CB8C8C-02F8-42E7-8020-9FD4E30FDD9A}" type="presParOf" srcId="{904F3293-5AE0-497D-9A2F-81B3514E1DAA}" destId="{C273201C-C54F-402D-A78F-F9A831FB8D94}" srcOrd="1" destOrd="0" presId="urn:microsoft.com/office/officeart/2005/8/layout/vList5"/>
    <dgm:cxn modelId="{73A80D03-CCEC-4D0C-97EC-1D4F2DA6A7A7}" type="presParOf" srcId="{03E6A4DD-9C9F-49E0-B243-38B4BA97FDB6}" destId="{CBAD83B6-D6DB-446B-B4D2-C4E7C1C11633}" srcOrd="7" destOrd="0" presId="urn:microsoft.com/office/officeart/2005/8/layout/vList5"/>
    <dgm:cxn modelId="{C51D2979-1274-4913-B7CA-D2CB9E53F4D0}" type="presParOf" srcId="{03E6A4DD-9C9F-49E0-B243-38B4BA97FDB6}" destId="{2DE1FFD5-A236-4D13-B701-B1E8AA5BBE96}" srcOrd="8" destOrd="0" presId="urn:microsoft.com/office/officeart/2005/8/layout/vList5"/>
    <dgm:cxn modelId="{792BB00E-83E1-49C6-B829-B418E82D5487}" type="presParOf" srcId="{2DE1FFD5-A236-4D13-B701-B1E8AA5BBE96}" destId="{0FE8B3E4-0354-400A-B940-60E0BC183555}" srcOrd="0" destOrd="0" presId="urn:microsoft.com/office/officeart/2005/8/layout/vList5"/>
    <dgm:cxn modelId="{B3879213-3619-4FE0-95CB-9A2345ECEF9D}" type="presParOf" srcId="{2DE1FFD5-A236-4D13-B701-B1E8AA5BBE96}" destId="{9329CE25-B2F6-4010-B9B5-7EAAFC658CA4}" srcOrd="1" destOrd="0" presId="urn:microsoft.com/office/officeart/2005/8/layout/vList5"/>
    <dgm:cxn modelId="{09C21B1D-A419-4373-A920-E9244CA01176}" type="presParOf" srcId="{03E6A4DD-9C9F-49E0-B243-38B4BA97FDB6}" destId="{A243A6E1-B947-4D3A-B069-B4DE6F32318A}" srcOrd="9" destOrd="0" presId="urn:microsoft.com/office/officeart/2005/8/layout/vList5"/>
    <dgm:cxn modelId="{AC9563F2-363D-45CF-896E-CA46DF063078}" type="presParOf" srcId="{03E6A4DD-9C9F-49E0-B243-38B4BA97FDB6}" destId="{DBE1B852-BE91-45C3-8EE8-9C7E6313A441}" srcOrd="10" destOrd="0" presId="urn:microsoft.com/office/officeart/2005/8/layout/vList5"/>
    <dgm:cxn modelId="{CF476920-25DA-4082-BC64-664692C842B6}" type="presParOf" srcId="{DBE1B852-BE91-45C3-8EE8-9C7E6313A441}" destId="{EEFF1B65-15AF-429A-B27F-8438CB59B623}" srcOrd="0" destOrd="0" presId="urn:microsoft.com/office/officeart/2005/8/layout/vList5"/>
    <dgm:cxn modelId="{D2BAE32A-1C80-45B0-9AB2-3314163C1270}" type="presParOf" srcId="{DBE1B852-BE91-45C3-8EE8-9C7E6313A441}" destId="{644154CA-5D4F-46E3-946B-B49D535FFE69}" srcOrd="1" destOrd="0" presId="urn:microsoft.com/office/officeart/2005/8/layout/vList5"/>
    <dgm:cxn modelId="{0FE81625-7D50-4535-9F98-B3241F229362}" type="presParOf" srcId="{03E6A4DD-9C9F-49E0-B243-38B4BA97FDB6}" destId="{022C7B38-B90D-48BE-B035-842613661D12}" srcOrd="11" destOrd="0" presId="urn:microsoft.com/office/officeart/2005/8/layout/vList5"/>
    <dgm:cxn modelId="{A088714A-CF9D-471E-9665-230CD610284E}" type="presParOf" srcId="{03E6A4DD-9C9F-49E0-B243-38B4BA97FDB6}" destId="{76C1A62B-FE11-4D5C-A898-B405F97005C9}" srcOrd="12" destOrd="0" presId="urn:microsoft.com/office/officeart/2005/8/layout/vList5"/>
    <dgm:cxn modelId="{A239F764-563E-42DB-9FED-50977BB9221F}" type="presParOf" srcId="{76C1A62B-FE11-4D5C-A898-B405F97005C9}" destId="{A38D09B5-20FE-4B65-B487-80A7FF67BDEB}" srcOrd="0" destOrd="0" presId="urn:microsoft.com/office/officeart/2005/8/layout/vList5"/>
    <dgm:cxn modelId="{62DE8DCB-39B3-49DB-A77E-B5EB6F167F66}" type="presParOf" srcId="{76C1A62B-FE11-4D5C-A898-B405F97005C9}" destId="{D127289C-55BB-49E9-B361-F89425276C48}" srcOrd="1" destOrd="0" presId="urn:microsoft.com/office/officeart/2005/8/layout/vList5"/>
    <dgm:cxn modelId="{751AA548-FD3A-4127-BDFF-815ABB26D702}" type="presParOf" srcId="{03E6A4DD-9C9F-49E0-B243-38B4BA97FDB6}" destId="{937190F1-CD69-4745-8F8D-A363F79A87F1}" srcOrd="13" destOrd="0" presId="urn:microsoft.com/office/officeart/2005/8/layout/vList5"/>
    <dgm:cxn modelId="{644011AC-80B2-42D3-BB8F-C032E3ACA5A6}" type="presParOf" srcId="{03E6A4DD-9C9F-49E0-B243-38B4BA97FDB6}" destId="{9D67AD5E-38CF-4393-BA21-BFC6371D7AE8}" srcOrd="14" destOrd="0" presId="urn:microsoft.com/office/officeart/2005/8/layout/vList5"/>
    <dgm:cxn modelId="{6E00F126-9EB7-4429-8AC8-E40CAF990D3B}" type="presParOf" srcId="{9D67AD5E-38CF-4393-BA21-BFC6371D7AE8}" destId="{C1D1E351-4BA4-4935-AEF0-66092CFDCDC6}" srcOrd="0" destOrd="0" presId="urn:microsoft.com/office/officeart/2005/8/layout/vList5"/>
    <dgm:cxn modelId="{44474356-36A1-4E96-97F7-47BA778DEED6}" type="presParOf" srcId="{9D67AD5E-38CF-4393-BA21-BFC6371D7AE8}" destId="{519A0F10-8DB0-434D-81DD-2B53335586C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322797-FB2B-49B4-B983-766D172EE160}" type="doc">
      <dgm:prSet loTypeId="urn:microsoft.com/office/officeart/2005/8/layout/vList5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zh-CN" altLang="en-US"/>
        </a:p>
      </dgm:t>
    </dgm:pt>
    <dgm:pt modelId="{3F89BB5E-6274-46B3-9D60-9E20BD3530AD}">
      <dgm:prSet phldrT="[文本]" custT="1"/>
      <dgm:spPr>
        <a:xfrm>
          <a:off x="353326" y="19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567EEACD-0AC0-40F3-A1E7-75830EE41771}" cxnId="{2DDBE1CB-B476-4242-BDF6-AC17021C0C89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558D5EC-6CB9-4F23-B330-637A9136E20C}" cxnId="{2DDBE1CB-B476-4242-BDF6-AC17021C0C89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08FCCE2-45B5-4D24-AE9F-3DEE01BD9D49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BD50C5C-4D0F-4FE8-B12B-B34D7E2F7FA7}" cxnId="{D0EA8609-0371-4EA6-8994-0E528E666B43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E75D728-8917-4A44-9324-DA5960767995}" cxnId="{D0EA8609-0371-4EA6-8994-0E528E666B43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0DC5077-CD8B-46FD-89F6-CB7EC77CD56A}">
      <dgm:prSet phldrT="[文本]" custT="1"/>
      <dgm:spPr>
        <a:xfrm>
          <a:off x="353326" y="60734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0769546-55D4-4F6D-859D-C2C079A13C28}" cxnId="{45A9AA39-C2C3-4688-8DAF-5D1FDF3C74D0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1CEDA580-456F-4F9B-9F0E-442434E599CF}" cxnId="{45A9AA39-C2C3-4688-8DAF-5D1FDF3C74D0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7C5F983-2F98-4965-9CC7-D69AC20306E5}">
      <dgm:prSet phldrT="[文本]" custT="1"/>
      <dgm:spPr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A1BBEADC-1204-4862-AA84-A87A763DFCB3}" cxnId="{FD0C7630-BCF0-401D-8969-CD56198A8241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A433E0D-3987-46F9-B862-EA9850AB351E}" cxnId="{FD0C7630-BCF0-401D-8969-CD56198A8241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3E5E4154-E6F0-408C-8CAD-E2A89A9ECD08}">
      <dgm:prSet phldrT="[文本]" custT="1"/>
      <dgm:spPr>
        <a:xfrm>
          <a:off x="353326" y="12144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24D73C5C-121C-4677-9199-DFAFDA8C3CA7}" cxnId="{60C01FBA-4112-4761-9362-FD2783709BCE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3E089C4-FE81-409C-9E63-178969ED8DED}" cxnId="{60C01FBA-4112-4761-9362-FD2783709BCE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C247DDB-F7E5-4183-BD94-C7F0399DEE7F}">
      <dgm:prSet phldrT="[文本]" custT="1"/>
      <dgm:spPr>
        <a:xfrm rot="5400000">
          <a:off x="3374406" y="1279724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C1054840-09AE-4BCB-98FF-91D4A0D23C1B}" cxnId="{E33D7358-C5B8-4545-B90D-962DFA823BA5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F5EEB89-538F-4C43-84F2-2AEEE1071A32}" cxnId="{E33D7358-C5B8-4545-B90D-962DFA823BA5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EA4EB662-ADE3-40CA-B4AB-B5043BECEB7E}">
      <dgm:prSet phldrT="[文本]" custT="1"/>
      <dgm:spPr>
        <a:xfrm rot="5400000">
          <a:off x="3360549" y="-1148877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355C0454-5D7D-42C8-9803-B6238909BA7D}" cxnId="{99D95FA5-2ED4-493B-843B-BC6152EC57B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0E067BE-F3C9-4E74-A7E1-23F63943F449}" cxnId="{99D95FA5-2ED4-493B-843B-BC6152EC57B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2868EEB-2106-41D2-9CAA-23B802F3628E}">
      <dgm:prSet phldrT="[文本]" custT="1"/>
      <dgm:spPr>
        <a:xfrm>
          <a:off x="353326" y="182164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A1BEDCF-16C6-412E-BEAC-0AE51CC76420}" cxnId="{B43D9491-A519-4AF1-A425-66D1E1DBBC5F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733EB3-E204-4D0B-8B8A-DB5BA897D081}" cxnId="{B43D9491-A519-4AF1-A425-66D1E1DBBC5F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9D6E3D2-F108-46EB-9217-F9CE6987CBCC}">
      <dgm:prSet phldrT="[文本]" custT="1"/>
      <dgm:spPr>
        <a:xfrm rot="5400000">
          <a:off x="3360549" y="-541726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F64E2ED-9566-4E53-998C-DBD300B82BA1}" cxnId="{524E4B04-E0CF-4E6A-A9F0-93C6E21A0AAB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ACCF1E-3B25-4E2D-B5D8-5A5929104F42}" cxnId="{524E4B04-E0CF-4E6A-A9F0-93C6E21A0AAB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CE91D3-BD88-47B9-B149-48FAC8F8995D}">
      <dgm:prSet phldrT="[文本]" custT="1"/>
      <dgm:spPr>
        <a:xfrm>
          <a:off x="353326" y="24287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774DDD2-2387-4001-9711-CF293EBFD78F}" cxnId="{F124052B-6A16-47BB-B568-60FD6E7956EB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1B3F5F2-514E-4CA3-9FAC-21FDF18C2E26}" cxnId="{F124052B-6A16-47BB-B568-60FD6E7956EB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D15EB9F0-6039-43E8-B6B7-3836E12B6DB3}">
      <dgm:prSet phldrT="[文本]" custT="1"/>
      <dgm:spPr>
        <a:xfrm rot="5400000">
          <a:off x="3360549" y="65423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C604ADF-1CEA-4555-901C-167411FBDDF7}" cxnId="{85A91E93-B0AF-4A30-B66D-555EC00C19BA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6297801-FBF0-400A-BCA7-F85CC5638C73}" cxnId="{85A91E93-B0AF-4A30-B66D-555EC00C19BA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1339A63-7080-4EF6-8582-578C61FA51C9}">
      <dgm:prSet phldrT="[文本]" custT="1"/>
      <dgm:spPr>
        <a:xfrm>
          <a:off x="353326" y="303594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F514F11-546A-4367-A61B-D0DE380F51BE}" cxnId="{3538F1D8-5E57-4AC3-B4FA-D7BBAA2DAC69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89FF8A8-0445-420C-92BC-6C76609E87C9}" cxnId="{3538F1D8-5E57-4AC3-B4FA-D7BBAA2DAC69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337778C-AF63-4B22-9C45-07ADE1010D9C}">
      <dgm:prSet phldrT="[文本]" custT="1"/>
      <dgm:spPr>
        <a:xfrm rot="5400000">
          <a:off x="3360549" y="672573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8F3E10D6-3126-427E-B9DC-513256479555}" cxnId="{8263EEBB-3CFF-4A1C-AE7F-1115E842FAB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DCAA63E-E3F2-4005-9D88-A8A4EBE9EDF3}" cxnId="{8263EEBB-3CFF-4A1C-AE7F-1115E842FAB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3278E8E-A4C4-4670-BDA3-7A320E2935DE}">
      <dgm:prSet phldrT="[文本]" custT="1"/>
      <dgm:spPr>
        <a:xfrm>
          <a:off x="353326" y="364309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76E817B3-7E2E-49DC-A84F-41FC83AD71AD}" cxnId="{24A3AEC7-4896-4DA6-AF73-4C6CCEC3FA12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539C659E-13F4-4A76-86D6-3D07E547A5B7}" cxnId="{24A3AEC7-4896-4DA6-AF73-4C6CCEC3FA12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714E617-5CE3-400E-B7D9-88B6752E8989}">
      <dgm:prSet phldrT="[文本]"/>
      <dgm:spPr>
        <a:xfrm>
          <a:off x="353326" y="4250244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63624E3-6853-44FA-81FE-0786B422ACBD}" cxnId="{7B584191-8DF1-4510-B870-6425FEE75870}" type="parTrans">
      <dgm:prSet/>
      <dgm:spPr/>
      <dgm:t>
        <a:bodyPr/>
        <a:lstStyle/>
        <a:p>
          <a:endParaRPr lang="zh-CN" altLang="en-US"/>
        </a:p>
      </dgm:t>
    </dgm:pt>
    <dgm:pt modelId="{51CDF0E2-BDBD-48A4-94DF-CF9748221975}" cxnId="{7B584191-8DF1-4510-B870-6425FEE75870}" type="sibTrans">
      <dgm:prSet/>
      <dgm:spPr/>
      <dgm:t>
        <a:bodyPr/>
        <a:lstStyle/>
        <a:p>
          <a:endParaRPr lang="zh-CN" altLang="en-US"/>
        </a:p>
      </dgm:t>
    </dgm:pt>
    <dgm:pt modelId="{AC705202-7E99-4A6A-862F-AA92173956BC}">
      <dgm:prSet custT="1"/>
      <dgm:spPr>
        <a:xfrm rot="5400000">
          <a:off x="3374414" y="1873009"/>
          <a:ext cx="462590" cy="5332708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4F22ABAB-1CEC-4328-A56D-454258986581}" cxnId="{A4669575-A848-42EF-AAD9-9E9F0F9C617E}" type="parTrans">
      <dgm:prSet/>
      <dgm:spPr/>
      <dgm:t>
        <a:bodyPr/>
        <a:lstStyle/>
        <a:p>
          <a:endParaRPr lang="zh-CN" altLang="en-US"/>
        </a:p>
      </dgm:t>
    </dgm:pt>
    <dgm:pt modelId="{D24568CA-6D39-4577-A179-E7E4F1F561AD}" cxnId="{A4669575-A848-42EF-AAD9-9E9F0F9C617E}" type="sibTrans">
      <dgm:prSet/>
      <dgm:spPr/>
      <dgm:t>
        <a:bodyPr/>
        <a:lstStyle/>
        <a:p>
          <a:endParaRPr lang="zh-CN" altLang="en-US"/>
        </a:p>
      </dgm:t>
    </dgm:pt>
    <dgm:pt modelId="{03E6A4DD-9C9F-49E0-B243-38B4BA97FDB6}" type="pres">
      <dgm:prSet presAssocID="{E7322797-FB2B-49B4-B983-766D172EE160}" presName="Name0" presStyleCnt="0">
        <dgm:presLayoutVars>
          <dgm:dir/>
          <dgm:animLvl val="lvl"/>
          <dgm:resizeHandles val="exact"/>
        </dgm:presLayoutVars>
      </dgm:prSet>
      <dgm:spPr/>
    </dgm:pt>
    <dgm:pt modelId="{1F002E57-F180-41EA-B0AB-9303FC58D51B}" type="pres">
      <dgm:prSet presAssocID="{3F89BB5E-6274-46B3-9D60-9E20BD3530AD}" presName="linNode" presStyleCnt="0"/>
      <dgm:spPr/>
    </dgm:pt>
    <dgm:pt modelId="{B14F474E-D99E-48B0-BE78-905393DD1838}" type="pres">
      <dgm:prSet presAssocID="{3F89BB5E-6274-46B3-9D60-9E20BD3530AD}" presName="parentText" presStyleLbl="node1" presStyleIdx="0" presStyleCnt="8" custScaleX="24570">
        <dgm:presLayoutVars>
          <dgm:chMax val="1"/>
          <dgm:bulletEnabled val="1"/>
        </dgm:presLayoutVars>
      </dgm:prSet>
      <dgm:spPr>
        <a:xfrm>
          <a:off x="523466" y="191"/>
          <a:ext cx="1338207" cy="578238"/>
        </a:xfrm>
        <a:prstGeom prst="roundRect">
          <a:avLst/>
        </a:prstGeom>
      </dgm:spPr>
    </dgm:pt>
    <dgm:pt modelId="{B6FC2166-1C53-4A70-BF25-C7828AE5921C}" type="pres">
      <dgm:prSet presAssocID="{3F89BB5E-6274-46B3-9D60-9E20BD3530AD}" presName="descendantText" presStyleLbl="alignAccFollowNode1" presStyleIdx="0" presStyleCnt="8" custScaleX="125110">
        <dgm:presLayoutVars>
          <dgm:bulletEnabled val="1"/>
        </dgm:presLayoutVars>
      </dgm:prSet>
      <dgm:spPr>
        <a:xfrm rot="5400000">
          <a:off x="3360549" y="-2363177"/>
          <a:ext cx="462590" cy="5304977"/>
        </a:xfrm>
        <a:prstGeom prst="round2SameRect">
          <a:avLst/>
        </a:prstGeom>
      </dgm:spPr>
    </dgm:pt>
    <dgm:pt modelId="{3F84297F-4CDF-44BA-807D-FA731FBEF253}" type="pres">
      <dgm:prSet presAssocID="{7558D5EC-6CB9-4F23-B330-637A9136E20C}" presName="sp" presStyleCnt="0"/>
      <dgm:spPr/>
    </dgm:pt>
    <dgm:pt modelId="{E53D67CA-CAE1-49B7-8D3E-532E2C1CA7F3}" type="pres">
      <dgm:prSet presAssocID="{20DC5077-CD8B-46FD-89F6-CB7EC77CD56A}" presName="linNode" presStyleCnt="0"/>
      <dgm:spPr/>
    </dgm:pt>
    <dgm:pt modelId="{DB638EA7-E480-42B4-819F-149B1F05971C}" type="pres">
      <dgm:prSet presAssocID="{20DC5077-CD8B-46FD-89F6-CB7EC77CD56A}" presName="parentText" presStyleLbl="node1" presStyleIdx="1" presStyleCnt="8" custScaleX="24570">
        <dgm:presLayoutVars>
          <dgm:chMax val="1"/>
          <dgm:bulletEnabled val="1"/>
        </dgm:presLayoutVars>
      </dgm:prSet>
      <dgm:spPr>
        <a:xfrm>
          <a:off x="523466" y="607341"/>
          <a:ext cx="1338207" cy="578238"/>
        </a:xfrm>
        <a:prstGeom prst="roundRect">
          <a:avLst/>
        </a:prstGeom>
      </dgm:spPr>
    </dgm:pt>
    <dgm:pt modelId="{E623E634-59FD-4626-AA90-0F0BB3471B68}" type="pres">
      <dgm:prSet presAssocID="{20DC5077-CD8B-46FD-89F6-CB7EC77CD56A}" presName="descendantText" presStyleLbl="alignAccFollowNode1" presStyleIdx="1" presStyleCnt="8" custScaleX="125110">
        <dgm:presLayoutVars>
          <dgm:bulletEnabled val="1"/>
        </dgm:presLayoutVars>
      </dgm:prSet>
      <dgm:spPr>
        <a:xfrm rot="5400000">
          <a:off x="3360549" y="-1756027"/>
          <a:ext cx="462590" cy="5304977"/>
        </a:xfrm>
        <a:prstGeom prst="round2SameRect">
          <a:avLst/>
        </a:prstGeom>
      </dgm:spPr>
    </dgm:pt>
    <dgm:pt modelId="{5D22D13F-B9E0-459A-8953-569B96448650}" type="pres">
      <dgm:prSet presAssocID="{1CEDA580-456F-4F9B-9F0E-442434E599CF}" presName="sp" presStyleCnt="0"/>
      <dgm:spPr/>
    </dgm:pt>
    <dgm:pt modelId="{D225D836-FC24-4F2C-880B-64C608290B35}" type="pres">
      <dgm:prSet presAssocID="{3E5E4154-E6F0-408C-8CAD-E2A89A9ECD08}" presName="linNode" presStyleCnt="0"/>
      <dgm:spPr/>
    </dgm:pt>
    <dgm:pt modelId="{3DCF53B2-4ACD-4C42-BDF2-FE42D4F8035E}" type="pres">
      <dgm:prSet presAssocID="{3E5E4154-E6F0-408C-8CAD-E2A89A9ECD08}" presName="parentText" presStyleLbl="node1" presStyleIdx="2" presStyleCnt="8" custScaleX="24570">
        <dgm:presLayoutVars>
          <dgm:chMax val="1"/>
          <dgm:bulletEnabled val="1"/>
        </dgm:presLayoutVars>
      </dgm:prSet>
      <dgm:spPr>
        <a:xfrm>
          <a:off x="523466" y="1821642"/>
          <a:ext cx="1338207" cy="578238"/>
        </a:xfrm>
        <a:prstGeom prst="roundRect">
          <a:avLst/>
        </a:prstGeom>
      </dgm:spPr>
    </dgm:pt>
    <dgm:pt modelId="{B424C359-18DB-403F-A337-9048DA4C2677}" type="pres">
      <dgm:prSet presAssocID="{3E5E4154-E6F0-408C-8CAD-E2A89A9ECD08}" presName="descendantText" presStyleLbl="alignAccFollowNode1" presStyleIdx="2" presStyleCnt="8" custScaleX="125110">
        <dgm:presLayoutVars>
          <dgm:bulletEnabled val="1"/>
        </dgm:presLayoutVars>
      </dgm:prSet>
      <dgm:spPr>
        <a:xfrm rot="5400000">
          <a:off x="3750503" y="-9363"/>
          <a:ext cx="462590" cy="4240250"/>
        </a:xfrm>
        <a:prstGeom prst="round2SameRect">
          <a:avLst/>
        </a:prstGeom>
      </dgm:spPr>
    </dgm:pt>
    <dgm:pt modelId="{A924E9DF-C83F-4958-979A-473F3185E977}" type="pres">
      <dgm:prSet presAssocID="{93E089C4-FE81-409C-9E63-178969ED8DED}" presName="sp" presStyleCnt="0"/>
      <dgm:spPr/>
    </dgm:pt>
    <dgm:pt modelId="{904F3293-5AE0-497D-9A2F-81B3514E1DAA}" type="pres">
      <dgm:prSet presAssocID="{A2868EEB-2106-41D2-9CAA-23B802F3628E}" presName="linNode" presStyleCnt="0"/>
      <dgm:spPr/>
    </dgm:pt>
    <dgm:pt modelId="{1565C43A-C6E1-4D55-BE9E-E6FB7F9EF95E}" type="pres">
      <dgm:prSet presAssocID="{A2868EEB-2106-41D2-9CAA-23B802F3628E}" presName="parentText" presStyleLbl="node1" presStyleIdx="3" presStyleCnt="8" custScaleX="24570">
        <dgm:presLayoutVars>
          <dgm:chMax val="1"/>
          <dgm:bulletEnabled val="1"/>
        </dgm:presLayoutVars>
      </dgm:prSet>
      <dgm:spPr>
        <a:xfrm>
          <a:off x="523466" y="2428792"/>
          <a:ext cx="1338207" cy="578238"/>
        </a:xfrm>
        <a:prstGeom prst="roundRect">
          <a:avLst/>
        </a:prstGeom>
      </dgm:spPr>
    </dgm:pt>
    <dgm:pt modelId="{C273201C-C54F-402D-A78F-F9A831FB8D94}" type="pres">
      <dgm:prSet presAssocID="{A2868EEB-2106-41D2-9CAA-23B802F3628E}" presName="descendantText" presStyleLbl="alignAccFollowNode1" presStyleIdx="3" presStyleCnt="8" custScaleX="125110">
        <dgm:presLayoutVars>
          <dgm:bulletEnabled val="1"/>
        </dgm:presLayoutVars>
      </dgm:prSet>
      <dgm:spPr>
        <a:xfrm rot="5400000">
          <a:off x="3750503" y="597787"/>
          <a:ext cx="462590" cy="4240250"/>
        </a:xfrm>
        <a:prstGeom prst="round2SameRect">
          <a:avLst/>
        </a:prstGeom>
      </dgm:spPr>
    </dgm:pt>
    <dgm:pt modelId="{CBAD83B6-D6DB-446B-B4D2-C4E7C1C11633}" type="pres">
      <dgm:prSet presAssocID="{9D733EB3-E204-4D0B-8B8A-DB5BA897D081}" presName="sp" presStyleCnt="0"/>
      <dgm:spPr/>
    </dgm:pt>
    <dgm:pt modelId="{2DE1FFD5-A236-4D13-B701-B1E8AA5BBE96}" type="pres">
      <dgm:prSet presAssocID="{9DCE91D3-BD88-47B9-B149-48FAC8F8995D}" presName="linNode" presStyleCnt="0"/>
      <dgm:spPr/>
    </dgm:pt>
    <dgm:pt modelId="{0FE8B3E4-0354-400A-B940-60E0BC183555}" type="pres">
      <dgm:prSet presAssocID="{9DCE91D3-BD88-47B9-B149-48FAC8F8995D}" presName="parentText" presStyleLbl="node1" presStyleIdx="4" presStyleCnt="8" custScaleX="24570">
        <dgm:presLayoutVars>
          <dgm:chMax val="1"/>
          <dgm:bulletEnabled val="1"/>
        </dgm:presLayoutVars>
      </dgm:prSet>
      <dgm:spPr>
        <a:xfrm>
          <a:off x="523466" y="3035943"/>
          <a:ext cx="1338207" cy="578238"/>
        </a:xfrm>
        <a:prstGeom prst="roundRect">
          <a:avLst/>
        </a:prstGeom>
      </dgm:spPr>
    </dgm:pt>
    <dgm:pt modelId="{9329CE25-B2F6-4010-B9B5-7EAAFC658CA4}" type="pres">
      <dgm:prSet presAssocID="{9DCE91D3-BD88-47B9-B149-48FAC8F8995D}" presName="descendantText" presStyleLbl="alignAccFollowNode1" presStyleIdx="4" presStyleCnt="8" custScaleX="125110">
        <dgm:presLayoutVars>
          <dgm:bulletEnabled val="1"/>
        </dgm:presLayoutVars>
      </dgm:prSet>
      <dgm:spPr>
        <a:xfrm rot="5400000">
          <a:off x="3750503" y="1204937"/>
          <a:ext cx="462590" cy="4240250"/>
        </a:xfrm>
        <a:prstGeom prst="round2SameRect">
          <a:avLst/>
        </a:prstGeom>
      </dgm:spPr>
    </dgm:pt>
    <dgm:pt modelId="{A243A6E1-B947-4D3A-B069-B4DE6F32318A}" type="pres">
      <dgm:prSet presAssocID="{21B3F5F2-514E-4CA3-9FAC-21FDF18C2E26}" presName="sp" presStyleCnt="0"/>
      <dgm:spPr/>
    </dgm:pt>
    <dgm:pt modelId="{DBE1B852-BE91-45C3-8EE8-9C7E6313A441}" type="pres">
      <dgm:prSet presAssocID="{B1339A63-7080-4EF6-8582-578C61FA51C9}" presName="linNode" presStyleCnt="0"/>
      <dgm:spPr/>
    </dgm:pt>
    <dgm:pt modelId="{EEFF1B65-15AF-429A-B27F-8438CB59B623}" type="pres">
      <dgm:prSet presAssocID="{B1339A63-7080-4EF6-8582-578C61FA51C9}" presName="parentText" presStyleLbl="node1" presStyleIdx="5" presStyleCnt="8" custScaleX="24570">
        <dgm:presLayoutVars>
          <dgm:chMax val="1"/>
          <dgm:bulletEnabled val="1"/>
        </dgm:presLayoutVars>
      </dgm:prSet>
      <dgm:spPr>
        <a:xfrm>
          <a:off x="523466" y="3643093"/>
          <a:ext cx="1338207" cy="578238"/>
        </a:xfrm>
        <a:prstGeom prst="roundRect">
          <a:avLst/>
        </a:prstGeom>
      </dgm:spPr>
    </dgm:pt>
    <dgm:pt modelId="{644154CA-5D4F-46E3-946B-B49D535FFE69}" type="pres">
      <dgm:prSet presAssocID="{B1339A63-7080-4EF6-8582-578C61FA51C9}" presName="descendantText" presStyleLbl="alignAccFollowNode1" presStyleIdx="5" presStyleCnt="8" custScaleX="125110">
        <dgm:presLayoutVars>
          <dgm:bulletEnabled val="1"/>
        </dgm:presLayoutVars>
      </dgm:prSet>
      <dgm:spPr>
        <a:xfrm rot="5400000">
          <a:off x="3750503" y="1812087"/>
          <a:ext cx="462590" cy="4240250"/>
        </a:xfrm>
        <a:prstGeom prst="round2SameRect">
          <a:avLst/>
        </a:prstGeom>
      </dgm:spPr>
    </dgm:pt>
    <dgm:pt modelId="{022C7B38-B90D-48BE-B035-842613661D12}" type="pres">
      <dgm:prSet presAssocID="{789FF8A8-0445-420C-92BC-6C76609E87C9}" presName="sp" presStyleCnt="0"/>
      <dgm:spPr/>
    </dgm:pt>
    <dgm:pt modelId="{76C1A62B-FE11-4D5C-A898-B405F97005C9}" type="pres">
      <dgm:prSet presAssocID="{73278E8E-A4C4-4670-BDA3-7A320E2935DE}" presName="linNode" presStyleCnt="0"/>
      <dgm:spPr/>
    </dgm:pt>
    <dgm:pt modelId="{A38D09B5-20FE-4B65-B487-80A7FF67BDEB}" type="pres">
      <dgm:prSet presAssocID="{73278E8E-A4C4-4670-BDA3-7A320E2935DE}" presName="parentText" presStyleLbl="node1" presStyleIdx="6" presStyleCnt="8" custScaleX="24570">
        <dgm:presLayoutVars>
          <dgm:chMax val="1"/>
          <dgm:bulletEnabled val="1"/>
        </dgm:presLayoutVars>
      </dgm:prSet>
      <dgm:spPr>
        <a:xfrm>
          <a:off x="523466" y="4250244"/>
          <a:ext cx="1338207" cy="578238"/>
        </a:xfrm>
        <a:prstGeom prst="roundRect">
          <a:avLst/>
        </a:prstGeom>
      </dgm:spPr>
    </dgm:pt>
    <dgm:pt modelId="{D127289C-55BB-49E9-B361-F89425276C48}" type="pres">
      <dgm:prSet presAssocID="{73278E8E-A4C4-4670-BDA3-7A320E2935DE}" presName="descendantText" presStyleLbl="alignAccFollowNode1" presStyleIdx="6" presStyleCnt="8" custScaleX="125110" custLinFactNeighborX="581">
        <dgm:presLayoutVars>
          <dgm:bulletEnabled val="1"/>
        </dgm:presLayoutVars>
      </dgm:prSet>
      <dgm:spPr>
        <a:xfrm rot="5400000">
          <a:off x="3750503" y="2419238"/>
          <a:ext cx="462590" cy="4240250"/>
        </a:xfrm>
        <a:prstGeom prst="round2SameRect">
          <a:avLst/>
        </a:prstGeom>
      </dgm:spPr>
    </dgm:pt>
    <dgm:pt modelId="{937190F1-CD69-4745-8F8D-A363F79A87F1}" type="pres">
      <dgm:prSet presAssocID="{539C659E-13F4-4A76-86D6-3D07E547A5B7}" presName="sp" presStyleCnt="0"/>
      <dgm:spPr/>
    </dgm:pt>
    <dgm:pt modelId="{9D67AD5E-38CF-4393-BA21-BFC6371D7AE8}" type="pres">
      <dgm:prSet presAssocID="{C714E617-5CE3-400E-B7D9-88B6752E8989}" presName="linNode" presStyleCnt="0"/>
      <dgm:spPr/>
    </dgm:pt>
    <dgm:pt modelId="{C1D1E351-4BA4-4935-AEF0-66092CFDCDC6}" type="pres">
      <dgm:prSet presAssocID="{C714E617-5CE3-400E-B7D9-88B6752E8989}" presName="parentText" presStyleLbl="node1" presStyleIdx="7" presStyleCnt="8" custScaleX="24570">
        <dgm:presLayoutVars>
          <dgm:chMax val="1"/>
          <dgm:bulletEnabled val="1"/>
        </dgm:presLayoutVars>
      </dgm:prSet>
      <dgm:spPr>
        <a:prstGeom prst="roundRect">
          <a:avLst/>
        </a:prstGeom>
      </dgm:spPr>
    </dgm:pt>
    <dgm:pt modelId="{519A0F10-8DB0-434D-81DD-2B53335586CC}" type="pres">
      <dgm:prSet presAssocID="{C714E617-5CE3-400E-B7D9-88B6752E8989}" presName="descendantText" presStyleLbl="alignAccFollowNode1" presStyleIdx="7" presStyleCnt="8" custScaleX="125764">
        <dgm:presLayoutVars>
          <dgm:bulletEnabled val="1"/>
        </dgm:presLayoutVars>
      </dgm:prSet>
      <dgm:spPr>
        <a:xfrm rot="5400000">
          <a:off x="2842051" y="2419238"/>
          <a:ext cx="462590" cy="4240250"/>
        </a:xfrm>
        <a:prstGeom prst="round2SameRect">
          <a:avLst/>
        </a:prstGeom>
      </dgm:spPr>
    </dgm:pt>
  </dgm:ptLst>
  <dgm:cxnLst>
    <dgm:cxn modelId="{781F3801-9419-4814-A77B-1C5530321508}" type="presOf" srcId="{AC705202-7E99-4A6A-862F-AA92173956BC}" destId="{519A0F10-8DB0-434D-81DD-2B53335586CC}" srcOrd="0" destOrd="0" presId="urn:microsoft.com/office/officeart/2005/8/layout/vList5"/>
    <dgm:cxn modelId="{524E4B04-E0CF-4E6A-A9F0-93C6E21A0AAB}" srcId="{A2868EEB-2106-41D2-9CAA-23B802F3628E}" destId="{99D6E3D2-F108-46EB-9217-F9CE6987CBCC}" srcOrd="0" destOrd="0" parTransId="{6F64E2ED-9566-4E53-998C-DBD300B82BA1}" sibTransId="{9DACCF1E-3B25-4E2D-B5D8-5A5929104F42}"/>
    <dgm:cxn modelId="{D0EA8609-0371-4EA6-8994-0E528E666B43}" srcId="{3F89BB5E-6274-46B3-9D60-9E20BD3530AD}" destId="{908FCCE2-45B5-4D24-AE9F-3DEE01BD9D49}" srcOrd="0" destOrd="0" parTransId="{DBD50C5C-4D0F-4FE8-B12B-B34D7E2F7FA7}" sibTransId="{8E75D728-8917-4A44-9324-DA5960767995}"/>
    <dgm:cxn modelId="{FD3E2E13-3C57-4AC9-A636-986D371E975F}" type="presOf" srcId="{908FCCE2-45B5-4D24-AE9F-3DEE01BD9D49}" destId="{B6FC2166-1C53-4A70-BF25-C7828AE5921C}" srcOrd="0" destOrd="0" presId="urn:microsoft.com/office/officeart/2005/8/layout/vList5"/>
    <dgm:cxn modelId="{F124052B-6A16-47BB-B568-60FD6E7956EB}" srcId="{E7322797-FB2B-49B4-B983-766D172EE160}" destId="{9DCE91D3-BD88-47B9-B149-48FAC8F8995D}" srcOrd="4" destOrd="0" parTransId="{1774DDD2-2387-4001-9711-CF293EBFD78F}" sibTransId="{21B3F5F2-514E-4CA3-9FAC-21FDF18C2E26}"/>
    <dgm:cxn modelId="{FD0C7630-BCF0-401D-8969-CD56198A8241}" srcId="{20DC5077-CD8B-46FD-89F6-CB7EC77CD56A}" destId="{A7C5F983-2F98-4965-9CC7-D69AC20306E5}" srcOrd="0" destOrd="0" parTransId="{A1BBEADC-1204-4862-AA84-A87A763DFCB3}" sibTransId="{AA433E0D-3987-46F9-B862-EA9850AB351E}"/>
    <dgm:cxn modelId="{45A9AA39-C2C3-4688-8DAF-5D1FDF3C74D0}" srcId="{E7322797-FB2B-49B4-B983-766D172EE160}" destId="{20DC5077-CD8B-46FD-89F6-CB7EC77CD56A}" srcOrd="1" destOrd="0" parTransId="{00769546-55D4-4F6D-859D-C2C079A13C28}" sibTransId="{1CEDA580-456F-4F9B-9F0E-442434E599CF}"/>
    <dgm:cxn modelId="{B9FD7F5F-3878-4F0E-89A6-507DEADB9B2F}" type="presOf" srcId="{B1339A63-7080-4EF6-8582-578C61FA51C9}" destId="{EEFF1B65-15AF-429A-B27F-8438CB59B623}" srcOrd="0" destOrd="0" presId="urn:microsoft.com/office/officeart/2005/8/layout/vList5"/>
    <dgm:cxn modelId="{43375967-70C5-450D-9525-2F9062097E5F}" type="presOf" srcId="{E7322797-FB2B-49B4-B983-766D172EE160}" destId="{03E6A4DD-9C9F-49E0-B243-38B4BA97FDB6}" srcOrd="0" destOrd="0" presId="urn:microsoft.com/office/officeart/2005/8/layout/vList5"/>
    <dgm:cxn modelId="{1A08F749-8B54-4B2B-8A8D-82D41C8AD154}" type="presOf" srcId="{73278E8E-A4C4-4670-BDA3-7A320E2935DE}" destId="{A38D09B5-20FE-4B65-B487-80A7FF67BDEB}" srcOrd="0" destOrd="0" presId="urn:microsoft.com/office/officeart/2005/8/layout/vList5"/>
    <dgm:cxn modelId="{8768366F-DBE7-4E3A-B65F-27616297E665}" type="presOf" srcId="{A2868EEB-2106-41D2-9CAA-23B802F3628E}" destId="{1565C43A-C6E1-4D55-BE9E-E6FB7F9EF95E}" srcOrd="0" destOrd="0" presId="urn:microsoft.com/office/officeart/2005/8/layout/vList5"/>
    <dgm:cxn modelId="{13892155-3461-4E08-96CD-818B4F7F8B72}" type="presOf" srcId="{9DCE91D3-BD88-47B9-B149-48FAC8F8995D}" destId="{0FE8B3E4-0354-400A-B940-60E0BC183555}" srcOrd="0" destOrd="0" presId="urn:microsoft.com/office/officeart/2005/8/layout/vList5"/>
    <dgm:cxn modelId="{A4669575-A848-42EF-AAD9-9E9F0F9C617E}" srcId="{C714E617-5CE3-400E-B7D9-88B6752E8989}" destId="{AC705202-7E99-4A6A-862F-AA92173956BC}" srcOrd="0" destOrd="0" parTransId="{4F22ABAB-1CEC-4328-A56D-454258986581}" sibTransId="{D24568CA-6D39-4577-A179-E7E4F1F561AD}"/>
    <dgm:cxn modelId="{47975B78-6A5F-4DC0-98E6-2F06A7A23A41}" type="presOf" srcId="{8337778C-AF63-4B22-9C45-07ADE1010D9C}" destId="{644154CA-5D4F-46E3-946B-B49D535FFE69}" srcOrd="0" destOrd="0" presId="urn:microsoft.com/office/officeart/2005/8/layout/vList5"/>
    <dgm:cxn modelId="{DCAB6778-FECC-4399-935F-5322952C8329}" type="presOf" srcId="{C714E617-5CE3-400E-B7D9-88B6752E8989}" destId="{C1D1E351-4BA4-4935-AEF0-66092CFDCDC6}" srcOrd="0" destOrd="0" presId="urn:microsoft.com/office/officeart/2005/8/layout/vList5"/>
    <dgm:cxn modelId="{E33D7358-C5B8-4545-B90D-962DFA823BA5}" srcId="{73278E8E-A4C4-4670-BDA3-7A320E2935DE}" destId="{CC247DDB-F7E5-4183-BD94-C7F0399DEE7F}" srcOrd="0" destOrd="0" parTransId="{C1054840-09AE-4BCB-98FF-91D4A0D23C1B}" sibTransId="{6F5EEB89-538F-4C43-84F2-2AEEE1071A32}"/>
    <dgm:cxn modelId="{1B7AE05A-8C63-4391-82B0-D74E01A0CCB9}" type="presOf" srcId="{3E5E4154-E6F0-408C-8CAD-E2A89A9ECD08}" destId="{3DCF53B2-4ACD-4C42-BDF2-FE42D4F8035E}" srcOrd="0" destOrd="0" presId="urn:microsoft.com/office/officeart/2005/8/layout/vList5"/>
    <dgm:cxn modelId="{B1E7FB7A-EB5B-4BB5-B982-3FD0A22D9B3B}" type="presOf" srcId="{EA4EB662-ADE3-40CA-B4AB-B5043BECEB7E}" destId="{B424C359-18DB-403F-A337-9048DA4C2677}" srcOrd="0" destOrd="0" presId="urn:microsoft.com/office/officeart/2005/8/layout/vList5"/>
    <dgm:cxn modelId="{7B584191-8DF1-4510-B870-6425FEE75870}" srcId="{E7322797-FB2B-49B4-B983-766D172EE160}" destId="{C714E617-5CE3-400E-B7D9-88B6752E8989}" srcOrd="7" destOrd="0" parTransId="{D63624E3-6853-44FA-81FE-0786B422ACBD}" sibTransId="{51CDF0E2-BDBD-48A4-94DF-CF9748221975}"/>
    <dgm:cxn modelId="{B43D9491-A519-4AF1-A425-66D1E1DBBC5F}" srcId="{E7322797-FB2B-49B4-B983-766D172EE160}" destId="{A2868EEB-2106-41D2-9CAA-23B802F3628E}" srcOrd="3" destOrd="0" parTransId="{0A1BEDCF-16C6-412E-BEAC-0AE51CC76420}" sibTransId="{9D733EB3-E204-4D0B-8B8A-DB5BA897D081}"/>
    <dgm:cxn modelId="{85A91E93-B0AF-4A30-B66D-555EC00C19BA}" srcId="{9DCE91D3-BD88-47B9-B149-48FAC8F8995D}" destId="{D15EB9F0-6039-43E8-B6B7-3836E12B6DB3}" srcOrd="0" destOrd="0" parTransId="{6C604ADF-1CEA-4555-901C-167411FBDDF7}" sibTransId="{B6297801-FBF0-400A-BCA7-F85CC5638C73}"/>
    <dgm:cxn modelId="{99D95FA5-2ED4-493B-843B-BC6152EC57BD}" srcId="{3E5E4154-E6F0-408C-8CAD-E2A89A9ECD08}" destId="{EA4EB662-ADE3-40CA-B4AB-B5043BECEB7E}" srcOrd="0" destOrd="0" parTransId="{355C0454-5D7D-42C8-9803-B6238909BA7D}" sibTransId="{60E067BE-F3C9-4E74-A7E1-23F63943F449}"/>
    <dgm:cxn modelId="{B0A82BA7-C5E8-4807-A276-7A3CD21D1E2A}" type="presOf" srcId="{D15EB9F0-6039-43E8-B6B7-3836E12B6DB3}" destId="{9329CE25-B2F6-4010-B9B5-7EAAFC658CA4}" srcOrd="0" destOrd="0" presId="urn:microsoft.com/office/officeart/2005/8/layout/vList5"/>
    <dgm:cxn modelId="{C34190A8-F799-40B9-9EC6-7709969BCF87}" type="presOf" srcId="{99D6E3D2-F108-46EB-9217-F9CE6987CBCC}" destId="{C273201C-C54F-402D-A78F-F9A831FB8D94}" srcOrd="0" destOrd="0" presId="urn:microsoft.com/office/officeart/2005/8/layout/vList5"/>
    <dgm:cxn modelId="{48B2AFA8-34C2-47C9-9990-EEE5A7262C17}" type="presOf" srcId="{20DC5077-CD8B-46FD-89F6-CB7EC77CD56A}" destId="{DB638EA7-E480-42B4-819F-149B1F05971C}" srcOrd="0" destOrd="0" presId="urn:microsoft.com/office/officeart/2005/8/layout/vList5"/>
    <dgm:cxn modelId="{AA5A68B4-C058-48AE-B58A-B10097DB824E}" type="presOf" srcId="{3F89BB5E-6274-46B3-9D60-9E20BD3530AD}" destId="{B14F474E-D99E-48B0-BE78-905393DD1838}" srcOrd="0" destOrd="0" presId="urn:microsoft.com/office/officeart/2005/8/layout/vList5"/>
    <dgm:cxn modelId="{60C01FBA-4112-4761-9362-FD2783709BCE}" srcId="{E7322797-FB2B-49B4-B983-766D172EE160}" destId="{3E5E4154-E6F0-408C-8CAD-E2A89A9ECD08}" srcOrd="2" destOrd="0" parTransId="{24D73C5C-121C-4677-9199-DFAFDA8C3CA7}" sibTransId="{93E089C4-FE81-409C-9E63-178969ED8DED}"/>
    <dgm:cxn modelId="{8263EEBB-3CFF-4A1C-AE7F-1115E842FABD}" srcId="{B1339A63-7080-4EF6-8582-578C61FA51C9}" destId="{8337778C-AF63-4B22-9C45-07ADE1010D9C}" srcOrd="0" destOrd="0" parTransId="{8F3E10D6-3126-427E-B9DC-513256479555}" sibTransId="{2DCAA63E-E3F2-4005-9D88-A8A4EBE9EDF3}"/>
    <dgm:cxn modelId="{24A3AEC7-4896-4DA6-AF73-4C6CCEC3FA12}" srcId="{E7322797-FB2B-49B4-B983-766D172EE160}" destId="{73278E8E-A4C4-4670-BDA3-7A320E2935DE}" srcOrd="6" destOrd="0" parTransId="{76E817B3-7E2E-49DC-A84F-41FC83AD71AD}" sibTransId="{539C659E-13F4-4A76-86D6-3D07E547A5B7}"/>
    <dgm:cxn modelId="{2DDBE1CB-B476-4242-BDF6-AC17021C0C89}" srcId="{E7322797-FB2B-49B4-B983-766D172EE160}" destId="{3F89BB5E-6274-46B3-9D60-9E20BD3530AD}" srcOrd="0" destOrd="0" parTransId="{567EEACD-0AC0-40F3-A1E7-75830EE41771}" sibTransId="{7558D5EC-6CB9-4F23-B330-637A9136E20C}"/>
    <dgm:cxn modelId="{3538F1D8-5E57-4AC3-B4FA-D7BBAA2DAC69}" srcId="{E7322797-FB2B-49B4-B983-766D172EE160}" destId="{B1339A63-7080-4EF6-8582-578C61FA51C9}" srcOrd="5" destOrd="0" parTransId="{1F514F11-546A-4367-A61B-D0DE380F51BE}" sibTransId="{789FF8A8-0445-420C-92BC-6C76609E87C9}"/>
    <dgm:cxn modelId="{3816A9EB-1883-4757-B1F0-EC825EC77C0D}" type="presOf" srcId="{A7C5F983-2F98-4965-9CC7-D69AC20306E5}" destId="{E623E634-59FD-4626-AA90-0F0BB3471B68}" srcOrd="0" destOrd="0" presId="urn:microsoft.com/office/officeart/2005/8/layout/vList5"/>
    <dgm:cxn modelId="{8C9824F5-7E7C-4847-A80C-96CB6BCDC55B}" type="presOf" srcId="{CC247DDB-F7E5-4183-BD94-C7F0399DEE7F}" destId="{D127289C-55BB-49E9-B361-F89425276C48}" srcOrd="0" destOrd="0" presId="urn:microsoft.com/office/officeart/2005/8/layout/vList5"/>
    <dgm:cxn modelId="{692418B9-9F5E-4D56-9EDC-3844F90AD85A}" type="presParOf" srcId="{03E6A4DD-9C9F-49E0-B243-38B4BA97FDB6}" destId="{1F002E57-F180-41EA-B0AB-9303FC58D51B}" srcOrd="0" destOrd="0" presId="urn:microsoft.com/office/officeart/2005/8/layout/vList5"/>
    <dgm:cxn modelId="{9DF3C7CF-0DFA-430C-85BB-4D368EF5BE87}" type="presParOf" srcId="{1F002E57-F180-41EA-B0AB-9303FC58D51B}" destId="{B14F474E-D99E-48B0-BE78-905393DD1838}" srcOrd="0" destOrd="0" presId="urn:microsoft.com/office/officeart/2005/8/layout/vList5"/>
    <dgm:cxn modelId="{F3024812-AA33-4436-9D25-7683A4C6559A}" type="presParOf" srcId="{1F002E57-F180-41EA-B0AB-9303FC58D51B}" destId="{B6FC2166-1C53-4A70-BF25-C7828AE5921C}" srcOrd="1" destOrd="0" presId="urn:microsoft.com/office/officeart/2005/8/layout/vList5"/>
    <dgm:cxn modelId="{0FF38752-0879-4A74-878A-73DE553174B4}" type="presParOf" srcId="{03E6A4DD-9C9F-49E0-B243-38B4BA97FDB6}" destId="{3F84297F-4CDF-44BA-807D-FA731FBEF253}" srcOrd="1" destOrd="0" presId="urn:microsoft.com/office/officeart/2005/8/layout/vList5"/>
    <dgm:cxn modelId="{50179658-3B29-42E0-B110-66AC8FE8F8F6}" type="presParOf" srcId="{03E6A4DD-9C9F-49E0-B243-38B4BA97FDB6}" destId="{E53D67CA-CAE1-49B7-8D3E-532E2C1CA7F3}" srcOrd="2" destOrd="0" presId="urn:microsoft.com/office/officeart/2005/8/layout/vList5"/>
    <dgm:cxn modelId="{10B85DAF-526D-4A3D-AB43-03EEDA821249}" type="presParOf" srcId="{E53D67CA-CAE1-49B7-8D3E-532E2C1CA7F3}" destId="{DB638EA7-E480-42B4-819F-149B1F05971C}" srcOrd="0" destOrd="0" presId="urn:microsoft.com/office/officeart/2005/8/layout/vList5"/>
    <dgm:cxn modelId="{49B261EB-3E03-4343-B20D-496C4B76C35C}" type="presParOf" srcId="{E53D67CA-CAE1-49B7-8D3E-532E2C1CA7F3}" destId="{E623E634-59FD-4626-AA90-0F0BB3471B68}" srcOrd="1" destOrd="0" presId="urn:microsoft.com/office/officeart/2005/8/layout/vList5"/>
    <dgm:cxn modelId="{34526D15-C032-462D-9BF2-A9580BE42175}" type="presParOf" srcId="{03E6A4DD-9C9F-49E0-B243-38B4BA97FDB6}" destId="{5D22D13F-B9E0-459A-8953-569B96448650}" srcOrd="3" destOrd="0" presId="urn:microsoft.com/office/officeart/2005/8/layout/vList5"/>
    <dgm:cxn modelId="{93278116-5ED7-491F-B730-4DEF3D7EEDFC}" type="presParOf" srcId="{03E6A4DD-9C9F-49E0-B243-38B4BA97FDB6}" destId="{D225D836-FC24-4F2C-880B-64C608290B35}" srcOrd="4" destOrd="0" presId="urn:microsoft.com/office/officeart/2005/8/layout/vList5"/>
    <dgm:cxn modelId="{D074B27B-E1AE-4B58-89D2-0DEAEC27655C}" type="presParOf" srcId="{D225D836-FC24-4F2C-880B-64C608290B35}" destId="{3DCF53B2-4ACD-4C42-BDF2-FE42D4F8035E}" srcOrd="0" destOrd="0" presId="urn:microsoft.com/office/officeart/2005/8/layout/vList5"/>
    <dgm:cxn modelId="{E2D9471E-22A8-499B-BD01-AC124DA5583E}" type="presParOf" srcId="{D225D836-FC24-4F2C-880B-64C608290B35}" destId="{B424C359-18DB-403F-A337-9048DA4C2677}" srcOrd="1" destOrd="0" presId="urn:microsoft.com/office/officeart/2005/8/layout/vList5"/>
    <dgm:cxn modelId="{0BAFA4F0-98EB-494B-8696-570BA95B7797}" type="presParOf" srcId="{03E6A4DD-9C9F-49E0-B243-38B4BA97FDB6}" destId="{A924E9DF-C83F-4958-979A-473F3185E977}" srcOrd="5" destOrd="0" presId="urn:microsoft.com/office/officeart/2005/8/layout/vList5"/>
    <dgm:cxn modelId="{438B7CF4-9565-4971-9B85-45F25FE91BBE}" type="presParOf" srcId="{03E6A4DD-9C9F-49E0-B243-38B4BA97FDB6}" destId="{904F3293-5AE0-497D-9A2F-81B3514E1DAA}" srcOrd="6" destOrd="0" presId="urn:microsoft.com/office/officeart/2005/8/layout/vList5"/>
    <dgm:cxn modelId="{4E1AA0E9-4FEE-49CE-8651-D53F9FB7D4BD}" type="presParOf" srcId="{904F3293-5AE0-497D-9A2F-81B3514E1DAA}" destId="{1565C43A-C6E1-4D55-BE9E-E6FB7F9EF95E}" srcOrd="0" destOrd="0" presId="urn:microsoft.com/office/officeart/2005/8/layout/vList5"/>
    <dgm:cxn modelId="{B5048B67-B0A1-4476-AC7D-20C150C5B842}" type="presParOf" srcId="{904F3293-5AE0-497D-9A2F-81B3514E1DAA}" destId="{C273201C-C54F-402D-A78F-F9A831FB8D94}" srcOrd="1" destOrd="0" presId="urn:microsoft.com/office/officeart/2005/8/layout/vList5"/>
    <dgm:cxn modelId="{59EFDEBC-0FCB-4C3C-BDAB-A186088CCA5F}" type="presParOf" srcId="{03E6A4DD-9C9F-49E0-B243-38B4BA97FDB6}" destId="{CBAD83B6-D6DB-446B-B4D2-C4E7C1C11633}" srcOrd="7" destOrd="0" presId="urn:microsoft.com/office/officeart/2005/8/layout/vList5"/>
    <dgm:cxn modelId="{2B53652D-4C56-4EDD-9FF1-9075A20BC74B}" type="presParOf" srcId="{03E6A4DD-9C9F-49E0-B243-38B4BA97FDB6}" destId="{2DE1FFD5-A236-4D13-B701-B1E8AA5BBE96}" srcOrd="8" destOrd="0" presId="urn:microsoft.com/office/officeart/2005/8/layout/vList5"/>
    <dgm:cxn modelId="{FF7FA116-3F27-4840-9FAF-607328F2AA2C}" type="presParOf" srcId="{2DE1FFD5-A236-4D13-B701-B1E8AA5BBE96}" destId="{0FE8B3E4-0354-400A-B940-60E0BC183555}" srcOrd="0" destOrd="0" presId="urn:microsoft.com/office/officeart/2005/8/layout/vList5"/>
    <dgm:cxn modelId="{D19802E1-214F-4687-A6C8-4206051ADA67}" type="presParOf" srcId="{2DE1FFD5-A236-4D13-B701-B1E8AA5BBE96}" destId="{9329CE25-B2F6-4010-B9B5-7EAAFC658CA4}" srcOrd="1" destOrd="0" presId="urn:microsoft.com/office/officeart/2005/8/layout/vList5"/>
    <dgm:cxn modelId="{D60592BF-1CC9-4C03-B60D-55F1665E4295}" type="presParOf" srcId="{03E6A4DD-9C9F-49E0-B243-38B4BA97FDB6}" destId="{A243A6E1-B947-4D3A-B069-B4DE6F32318A}" srcOrd="9" destOrd="0" presId="urn:microsoft.com/office/officeart/2005/8/layout/vList5"/>
    <dgm:cxn modelId="{318106B8-0986-4EDF-9800-E7947D9AF4B3}" type="presParOf" srcId="{03E6A4DD-9C9F-49E0-B243-38B4BA97FDB6}" destId="{DBE1B852-BE91-45C3-8EE8-9C7E6313A441}" srcOrd="10" destOrd="0" presId="urn:microsoft.com/office/officeart/2005/8/layout/vList5"/>
    <dgm:cxn modelId="{469A93B4-BCC8-4454-9F35-B0DB4052670E}" type="presParOf" srcId="{DBE1B852-BE91-45C3-8EE8-9C7E6313A441}" destId="{EEFF1B65-15AF-429A-B27F-8438CB59B623}" srcOrd="0" destOrd="0" presId="urn:microsoft.com/office/officeart/2005/8/layout/vList5"/>
    <dgm:cxn modelId="{F3269108-E982-4C3B-92C8-C6B7A8F4DB3A}" type="presParOf" srcId="{DBE1B852-BE91-45C3-8EE8-9C7E6313A441}" destId="{644154CA-5D4F-46E3-946B-B49D535FFE69}" srcOrd="1" destOrd="0" presId="urn:microsoft.com/office/officeart/2005/8/layout/vList5"/>
    <dgm:cxn modelId="{DE72B86C-9542-4FDB-B1BD-4BAA64A245B2}" type="presParOf" srcId="{03E6A4DD-9C9F-49E0-B243-38B4BA97FDB6}" destId="{022C7B38-B90D-48BE-B035-842613661D12}" srcOrd="11" destOrd="0" presId="urn:microsoft.com/office/officeart/2005/8/layout/vList5"/>
    <dgm:cxn modelId="{E7652212-618F-40F9-A1F5-61A0D3FD27E6}" type="presParOf" srcId="{03E6A4DD-9C9F-49E0-B243-38B4BA97FDB6}" destId="{76C1A62B-FE11-4D5C-A898-B405F97005C9}" srcOrd="12" destOrd="0" presId="urn:microsoft.com/office/officeart/2005/8/layout/vList5"/>
    <dgm:cxn modelId="{996FCF8B-53CD-40D7-ACD1-FCCC01BC8EA5}" type="presParOf" srcId="{76C1A62B-FE11-4D5C-A898-B405F97005C9}" destId="{A38D09B5-20FE-4B65-B487-80A7FF67BDEB}" srcOrd="0" destOrd="0" presId="urn:microsoft.com/office/officeart/2005/8/layout/vList5"/>
    <dgm:cxn modelId="{5DFD50EB-3C29-4765-961E-5B58512ACF73}" type="presParOf" srcId="{76C1A62B-FE11-4D5C-A898-B405F97005C9}" destId="{D127289C-55BB-49E9-B361-F89425276C48}" srcOrd="1" destOrd="0" presId="urn:microsoft.com/office/officeart/2005/8/layout/vList5"/>
    <dgm:cxn modelId="{0D867897-67F7-4312-8CDB-A6ADA91DF9E1}" type="presParOf" srcId="{03E6A4DD-9C9F-49E0-B243-38B4BA97FDB6}" destId="{937190F1-CD69-4745-8F8D-A363F79A87F1}" srcOrd="13" destOrd="0" presId="urn:microsoft.com/office/officeart/2005/8/layout/vList5"/>
    <dgm:cxn modelId="{1CB6E433-C112-478C-917A-83039D77ED9D}" type="presParOf" srcId="{03E6A4DD-9C9F-49E0-B243-38B4BA97FDB6}" destId="{9D67AD5E-38CF-4393-BA21-BFC6371D7AE8}" srcOrd="14" destOrd="0" presId="urn:microsoft.com/office/officeart/2005/8/layout/vList5"/>
    <dgm:cxn modelId="{49B22876-36EC-4EA7-ACEA-5C193319A5F8}" type="presParOf" srcId="{9D67AD5E-38CF-4393-BA21-BFC6371D7AE8}" destId="{C1D1E351-4BA4-4935-AEF0-66092CFDCDC6}" srcOrd="0" destOrd="0" presId="urn:microsoft.com/office/officeart/2005/8/layout/vList5"/>
    <dgm:cxn modelId="{E66A93C0-0CF5-4921-AD72-C53B3D1F8E95}" type="presParOf" srcId="{9D67AD5E-38CF-4393-BA21-BFC6371D7AE8}" destId="{519A0F10-8DB0-434D-81DD-2B53335586C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322797-FB2B-49B4-B983-766D172EE160}" type="doc">
      <dgm:prSet loTypeId="urn:microsoft.com/office/officeart/2005/8/layout/vList5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zh-CN" altLang="en-US"/>
        </a:p>
      </dgm:t>
    </dgm:pt>
    <dgm:pt modelId="{3F89BB5E-6274-46B3-9D60-9E20BD3530AD}">
      <dgm:prSet phldrT="[文本]" custT="1"/>
      <dgm:spPr>
        <a:xfrm>
          <a:off x="353326" y="19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567EEACD-0AC0-40F3-A1E7-75830EE41771}" cxnId="{2DDBE1CB-B476-4242-BDF6-AC17021C0C89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558D5EC-6CB9-4F23-B330-637A9136E20C}" cxnId="{2DDBE1CB-B476-4242-BDF6-AC17021C0C89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08FCCE2-45B5-4D24-AE9F-3DEE01BD9D49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BD50C5C-4D0F-4FE8-B12B-B34D7E2F7FA7}" cxnId="{D0EA8609-0371-4EA6-8994-0E528E666B43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E75D728-8917-4A44-9324-DA5960767995}" cxnId="{D0EA8609-0371-4EA6-8994-0E528E666B43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0DC5077-CD8B-46FD-89F6-CB7EC77CD56A}">
      <dgm:prSet phldrT="[文本]" custT="1"/>
      <dgm:spPr>
        <a:xfrm>
          <a:off x="353326" y="60734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0769546-55D4-4F6D-859D-C2C079A13C28}" cxnId="{45A9AA39-C2C3-4688-8DAF-5D1FDF3C74D0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1CEDA580-456F-4F9B-9F0E-442434E599CF}" cxnId="{45A9AA39-C2C3-4688-8DAF-5D1FDF3C74D0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7C5F983-2F98-4965-9CC7-D69AC20306E5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A1BBEADC-1204-4862-AA84-A87A763DFCB3}" cxnId="{FD0C7630-BCF0-401D-8969-CD56198A8241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A433E0D-3987-46F9-B862-EA9850AB351E}" cxnId="{FD0C7630-BCF0-401D-8969-CD56198A8241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3E5E4154-E6F0-408C-8CAD-E2A89A9ECD08}">
      <dgm:prSet phldrT="[文本]" custT="1"/>
      <dgm:spPr>
        <a:xfrm>
          <a:off x="353326" y="12144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24D73C5C-121C-4677-9199-DFAFDA8C3CA7}" cxnId="{60C01FBA-4112-4761-9362-FD2783709BCE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3E089C4-FE81-409C-9E63-178969ED8DED}" cxnId="{60C01FBA-4112-4761-9362-FD2783709BCE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C247DDB-F7E5-4183-BD94-C7F0399DEE7F}">
      <dgm:prSet phldrT="[文本]" custT="1"/>
      <dgm:spPr>
        <a:xfrm rot="5400000">
          <a:off x="3374406" y="1279724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C1054840-09AE-4BCB-98FF-91D4A0D23C1B}" cxnId="{E33D7358-C5B8-4545-B90D-962DFA823BA5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F5EEB89-538F-4C43-84F2-2AEEE1071A32}" cxnId="{E33D7358-C5B8-4545-B90D-962DFA823BA5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EA4EB662-ADE3-40CA-B4AB-B5043BECEB7E}">
      <dgm:prSet phldrT="[文本]" custT="1"/>
      <dgm:spPr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355C0454-5D7D-42C8-9803-B6238909BA7D}" cxnId="{99D95FA5-2ED4-493B-843B-BC6152EC57B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0E067BE-F3C9-4E74-A7E1-23F63943F449}" cxnId="{99D95FA5-2ED4-493B-843B-BC6152EC57B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2868EEB-2106-41D2-9CAA-23B802F3628E}">
      <dgm:prSet phldrT="[文本]" custT="1"/>
      <dgm:spPr>
        <a:xfrm>
          <a:off x="353326" y="182164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A1BEDCF-16C6-412E-BEAC-0AE51CC76420}" cxnId="{B43D9491-A519-4AF1-A425-66D1E1DBBC5F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733EB3-E204-4D0B-8B8A-DB5BA897D081}" cxnId="{B43D9491-A519-4AF1-A425-66D1E1DBBC5F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9D6E3D2-F108-46EB-9217-F9CE6987CBCC}">
      <dgm:prSet phldrT="[文本]" custT="1"/>
      <dgm:spPr>
        <a:xfrm rot="5400000">
          <a:off x="3360549" y="-541726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F64E2ED-9566-4E53-998C-DBD300B82BA1}" cxnId="{524E4B04-E0CF-4E6A-A9F0-93C6E21A0AAB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ACCF1E-3B25-4E2D-B5D8-5A5929104F42}" cxnId="{524E4B04-E0CF-4E6A-A9F0-93C6E21A0AAB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CE91D3-BD88-47B9-B149-48FAC8F8995D}">
      <dgm:prSet phldrT="[文本]" custT="1"/>
      <dgm:spPr>
        <a:xfrm>
          <a:off x="353326" y="24287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774DDD2-2387-4001-9711-CF293EBFD78F}" cxnId="{F124052B-6A16-47BB-B568-60FD6E7956EB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1B3F5F2-514E-4CA3-9FAC-21FDF18C2E26}" cxnId="{F124052B-6A16-47BB-B568-60FD6E7956EB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D15EB9F0-6039-43E8-B6B7-3836E12B6DB3}">
      <dgm:prSet phldrT="[文本]" custT="1"/>
      <dgm:spPr>
        <a:xfrm rot="5400000">
          <a:off x="3360549" y="65423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C604ADF-1CEA-4555-901C-167411FBDDF7}" cxnId="{85A91E93-B0AF-4A30-B66D-555EC00C19BA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6297801-FBF0-400A-BCA7-F85CC5638C73}" cxnId="{85A91E93-B0AF-4A30-B66D-555EC00C19BA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1339A63-7080-4EF6-8582-578C61FA51C9}">
      <dgm:prSet phldrT="[文本]" custT="1"/>
      <dgm:spPr>
        <a:xfrm>
          <a:off x="353326" y="303594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F514F11-546A-4367-A61B-D0DE380F51BE}" cxnId="{3538F1D8-5E57-4AC3-B4FA-D7BBAA2DAC69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89FF8A8-0445-420C-92BC-6C76609E87C9}" cxnId="{3538F1D8-5E57-4AC3-B4FA-D7BBAA2DAC69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337778C-AF63-4B22-9C45-07ADE1010D9C}">
      <dgm:prSet phldrT="[文本]" custT="1"/>
      <dgm:spPr>
        <a:xfrm rot="5400000">
          <a:off x="3360549" y="672573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8F3E10D6-3126-427E-B9DC-513256479555}" cxnId="{8263EEBB-3CFF-4A1C-AE7F-1115E842FAB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DCAA63E-E3F2-4005-9D88-A8A4EBE9EDF3}" cxnId="{8263EEBB-3CFF-4A1C-AE7F-1115E842FAB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3278E8E-A4C4-4670-BDA3-7A320E2935DE}">
      <dgm:prSet phldrT="[文本]" custT="1"/>
      <dgm:spPr>
        <a:xfrm>
          <a:off x="353326" y="364309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76E817B3-7E2E-49DC-A84F-41FC83AD71AD}" cxnId="{24A3AEC7-4896-4DA6-AF73-4C6CCEC3FA12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539C659E-13F4-4A76-86D6-3D07E547A5B7}" cxnId="{24A3AEC7-4896-4DA6-AF73-4C6CCEC3FA12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714E617-5CE3-400E-B7D9-88B6752E8989}">
      <dgm:prSet phldrT="[文本]"/>
      <dgm:spPr>
        <a:xfrm>
          <a:off x="353326" y="4250244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63624E3-6853-44FA-81FE-0786B422ACBD}" cxnId="{7B584191-8DF1-4510-B870-6425FEE75870}" type="parTrans">
      <dgm:prSet/>
      <dgm:spPr/>
      <dgm:t>
        <a:bodyPr/>
        <a:lstStyle/>
        <a:p>
          <a:endParaRPr lang="zh-CN" altLang="en-US"/>
        </a:p>
      </dgm:t>
    </dgm:pt>
    <dgm:pt modelId="{51CDF0E2-BDBD-48A4-94DF-CF9748221975}" cxnId="{7B584191-8DF1-4510-B870-6425FEE75870}" type="sibTrans">
      <dgm:prSet/>
      <dgm:spPr/>
      <dgm:t>
        <a:bodyPr/>
        <a:lstStyle/>
        <a:p>
          <a:endParaRPr lang="zh-CN" altLang="en-US"/>
        </a:p>
      </dgm:t>
    </dgm:pt>
    <dgm:pt modelId="{AC705202-7E99-4A6A-862F-AA92173956BC}">
      <dgm:prSet custT="1"/>
      <dgm:spPr>
        <a:xfrm rot="5400000">
          <a:off x="3374414" y="1873009"/>
          <a:ext cx="462590" cy="5332708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4F22ABAB-1CEC-4328-A56D-454258986581}" cxnId="{A4669575-A848-42EF-AAD9-9E9F0F9C617E}" type="parTrans">
      <dgm:prSet/>
      <dgm:spPr/>
      <dgm:t>
        <a:bodyPr/>
        <a:lstStyle/>
        <a:p>
          <a:endParaRPr lang="zh-CN" altLang="en-US"/>
        </a:p>
      </dgm:t>
    </dgm:pt>
    <dgm:pt modelId="{D24568CA-6D39-4577-A179-E7E4F1F561AD}" cxnId="{A4669575-A848-42EF-AAD9-9E9F0F9C617E}" type="sibTrans">
      <dgm:prSet/>
      <dgm:spPr/>
      <dgm:t>
        <a:bodyPr/>
        <a:lstStyle/>
        <a:p>
          <a:endParaRPr lang="zh-CN" altLang="en-US"/>
        </a:p>
      </dgm:t>
    </dgm:pt>
    <dgm:pt modelId="{03E6A4DD-9C9F-49E0-B243-38B4BA97FDB6}" type="pres">
      <dgm:prSet presAssocID="{E7322797-FB2B-49B4-B983-766D172EE160}" presName="Name0" presStyleCnt="0">
        <dgm:presLayoutVars>
          <dgm:dir/>
          <dgm:animLvl val="lvl"/>
          <dgm:resizeHandles val="exact"/>
        </dgm:presLayoutVars>
      </dgm:prSet>
      <dgm:spPr/>
    </dgm:pt>
    <dgm:pt modelId="{1F002E57-F180-41EA-B0AB-9303FC58D51B}" type="pres">
      <dgm:prSet presAssocID="{3F89BB5E-6274-46B3-9D60-9E20BD3530AD}" presName="linNode" presStyleCnt="0"/>
      <dgm:spPr/>
    </dgm:pt>
    <dgm:pt modelId="{B14F474E-D99E-48B0-BE78-905393DD1838}" type="pres">
      <dgm:prSet presAssocID="{3F89BB5E-6274-46B3-9D60-9E20BD3530AD}" presName="parentText" presStyleLbl="node1" presStyleIdx="0" presStyleCnt="8" custScaleX="24570">
        <dgm:presLayoutVars>
          <dgm:chMax val="1"/>
          <dgm:bulletEnabled val="1"/>
        </dgm:presLayoutVars>
      </dgm:prSet>
      <dgm:spPr>
        <a:xfrm>
          <a:off x="523466" y="191"/>
          <a:ext cx="1338207" cy="578238"/>
        </a:xfrm>
        <a:prstGeom prst="roundRect">
          <a:avLst/>
        </a:prstGeom>
      </dgm:spPr>
    </dgm:pt>
    <dgm:pt modelId="{B6FC2166-1C53-4A70-BF25-C7828AE5921C}" type="pres">
      <dgm:prSet presAssocID="{3F89BB5E-6274-46B3-9D60-9E20BD3530AD}" presName="descendantText" presStyleLbl="alignAccFollowNode1" presStyleIdx="0" presStyleCnt="8" custScaleX="125110">
        <dgm:presLayoutVars>
          <dgm:bulletEnabled val="1"/>
        </dgm:presLayoutVars>
      </dgm:prSet>
      <dgm:spPr>
        <a:xfrm rot="5400000">
          <a:off x="3360549" y="-2363177"/>
          <a:ext cx="462590" cy="5304977"/>
        </a:xfrm>
        <a:prstGeom prst="round2SameRect">
          <a:avLst/>
        </a:prstGeom>
      </dgm:spPr>
    </dgm:pt>
    <dgm:pt modelId="{3F84297F-4CDF-44BA-807D-FA731FBEF253}" type="pres">
      <dgm:prSet presAssocID="{7558D5EC-6CB9-4F23-B330-637A9136E20C}" presName="sp" presStyleCnt="0"/>
      <dgm:spPr/>
    </dgm:pt>
    <dgm:pt modelId="{E53D67CA-CAE1-49B7-8D3E-532E2C1CA7F3}" type="pres">
      <dgm:prSet presAssocID="{20DC5077-CD8B-46FD-89F6-CB7EC77CD56A}" presName="linNode" presStyleCnt="0"/>
      <dgm:spPr/>
    </dgm:pt>
    <dgm:pt modelId="{DB638EA7-E480-42B4-819F-149B1F05971C}" type="pres">
      <dgm:prSet presAssocID="{20DC5077-CD8B-46FD-89F6-CB7EC77CD56A}" presName="parentText" presStyleLbl="node1" presStyleIdx="1" presStyleCnt="8" custScaleX="24570">
        <dgm:presLayoutVars>
          <dgm:chMax val="1"/>
          <dgm:bulletEnabled val="1"/>
        </dgm:presLayoutVars>
      </dgm:prSet>
      <dgm:spPr>
        <a:xfrm>
          <a:off x="523466" y="607341"/>
          <a:ext cx="1338207" cy="578238"/>
        </a:xfrm>
        <a:prstGeom prst="roundRect">
          <a:avLst/>
        </a:prstGeom>
      </dgm:spPr>
    </dgm:pt>
    <dgm:pt modelId="{E623E634-59FD-4626-AA90-0F0BB3471B68}" type="pres">
      <dgm:prSet presAssocID="{20DC5077-CD8B-46FD-89F6-CB7EC77CD56A}" presName="descendantText" presStyleLbl="alignAccFollowNode1" presStyleIdx="1" presStyleCnt="8" custScaleX="125110">
        <dgm:presLayoutVars>
          <dgm:bulletEnabled val="1"/>
        </dgm:presLayoutVars>
      </dgm:prSet>
      <dgm:spPr>
        <a:xfrm rot="5400000">
          <a:off x="3360549" y="-1756027"/>
          <a:ext cx="462590" cy="5304977"/>
        </a:xfrm>
        <a:prstGeom prst="round2SameRect">
          <a:avLst/>
        </a:prstGeom>
      </dgm:spPr>
    </dgm:pt>
    <dgm:pt modelId="{5D22D13F-B9E0-459A-8953-569B96448650}" type="pres">
      <dgm:prSet presAssocID="{1CEDA580-456F-4F9B-9F0E-442434E599CF}" presName="sp" presStyleCnt="0"/>
      <dgm:spPr/>
    </dgm:pt>
    <dgm:pt modelId="{D225D836-FC24-4F2C-880B-64C608290B35}" type="pres">
      <dgm:prSet presAssocID="{3E5E4154-E6F0-408C-8CAD-E2A89A9ECD08}" presName="linNode" presStyleCnt="0"/>
      <dgm:spPr/>
    </dgm:pt>
    <dgm:pt modelId="{3DCF53B2-4ACD-4C42-BDF2-FE42D4F8035E}" type="pres">
      <dgm:prSet presAssocID="{3E5E4154-E6F0-408C-8CAD-E2A89A9ECD08}" presName="parentText" presStyleLbl="node1" presStyleIdx="2" presStyleCnt="8" custScaleX="24570">
        <dgm:presLayoutVars>
          <dgm:chMax val="1"/>
          <dgm:bulletEnabled val="1"/>
        </dgm:presLayoutVars>
      </dgm:prSet>
      <dgm:spPr>
        <a:xfrm>
          <a:off x="523466" y="1821642"/>
          <a:ext cx="1338207" cy="578238"/>
        </a:xfrm>
        <a:prstGeom prst="roundRect">
          <a:avLst/>
        </a:prstGeom>
      </dgm:spPr>
    </dgm:pt>
    <dgm:pt modelId="{B424C359-18DB-403F-A337-9048DA4C2677}" type="pres">
      <dgm:prSet presAssocID="{3E5E4154-E6F0-408C-8CAD-E2A89A9ECD08}" presName="descendantText" presStyleLbl="alignAccFollowNode1" presStyleIdx="2" presStyleCnt="8" custScaleX="125110">
        <dgm:presLayoutVars>
          <dgm:bulletEnabled val="1"/>
        </dgm:presLayoutVars>
      </dgm:prSet>
      <dgm:spPr>
        <a:xfrm rot="5400000">
          <a:off x="3360549" y="-1148877"/>
          <a:ext cx="462590" cy="5304977"/>
        </a:xfrm>
        <a:prstGeom prst="round2SameRect">
          <a:avLst/>
        </a:prstGeom>
      </dgm:spPr>
    </dgm:pt>
    <dgm:pt modelId="{A924E9DF-C83F-4958-979A-473F3185E977}" type="pres">
      <dgm:prSet presAssocID="{93E089C4-FE81-409C-9E63-178969ED8DED}" presName="sp" presStyleCnt="0"/>
      <dgm:spPr/>
    </dgm:pt>
    <dgm:pt modelId="{904F3293-5AE0-497D-9A2F-81B3514E1DAA}" type="pres">
      <dgm:prSet presAssocID="{A2868EEB-2106-41D2-9CAA-23B802F3628E}" presName="linNode" presStyleCnt="0"/>
      <dgm:spPr/>
    </dgm:pt>
    <dgm:pt modelId="{1565C43A-C6E1-4D55-BE9E-E6FB7F9EF95E}" type="pres">
      <dgm:prSet presAssocID="{A2868EEB-2106-41D2-9CAA-23B802F3628E}" presName="parentText" presStyleLbl="node1" presStyleIdx="3" presStyleCnt="8" custScaleX="24570">
        <dgm:presLayoutVars>
          <dgm:chMax val="1"/>
          <dgm:bulletEnabled val="1"/>
        </dgm:presLayoutVars>
      </dgm:prSet>
      <dgm:spPr>
        <a:xfrm>
          <a:off x="523466" y="2428792"/>
          <a:ext cx="1338207" cy="578238"/>
        </a:xfrm>
        <a:prstGeom prst="roundRect">
          <a:avLst/>
        </a:prstGeom>
      </dgm:spPr>
    </dgm:pt>
    <dgm:pt modelId="{C273201C-C54F-402D-A78F-F9A831FB8D94}" type="pres">
      <dgm:prSet presAssocID="{A2868EEB-2106-41D2-9CAA-23B802F3628E}" presName="descendantText" presStyleLbl="alignAccFollowNode1" presStyleIdx="3" presStyleCnt="8" custScaleX="125110">
        <dgm:presLayoutVars>
          <dgm:bulletEnabled val="1"/>
        </dgm:presLayoutVars>
      </dgm:prSet>
      <dgm:spPr>
        <a:xfrm rot="5400000">
          <a:off x="3750503" y="597787"/>
          <a:ext cx="462590" cy="4240250"/>
        </a:xfrm>
        <a:prstGeom prst="round2SameRect">
          <a:avLst/>
        </a:prstGeom>
      </dgm:spPr>
    </dgm:pt>
    <dgm:pt modelId="{CBAD83B6-D6DB-446B-B4D2-C4E7C1C11633}" type="pres">
      <dgm:prSet presAssocID="{9D733EB3-E204-4D0B-8B8A-DB5BA897D081}" presName="sp" presStyleCnt="0"/>
      <dgm:spPr/>
    </dgm:pt>
    <dgm:pt modelId="{2DE1FFD5-A236-4D13-B701-B1E8AA5BBE96}" type="pres">
      <dgm:prSet presAssocID="{9DCE91D3-BD88-47B9-B149-48FAC8F8995D}" presName="linNode" presStyleCnt="0"/>
      <dgm:spPr/>
    </dgm:pt>
    <dgm:pt modelId="{0FE8B3E4-0354-400A-B940-60E0BC183555}" type="pres">
      <dgm:prSet presAssocID="{9DCE91D3-BD88-47B9-B149-48FAC8F8995D}" presName="parentText" presStyleLbl="node1" presStyleIdx="4" presStyleCnt="8" custScaleX="24570">
        <dgm:presLayoutVars>
          <dgm:chMax val="1"/>
          <dgm:bulletEnabled val="1"/>
        </dgm:presLayoutVars>
      </dgm:prSet>
      <dgm:spPr>
        <a:xfrm>
          <a:off x="523466" y="3035943"/>
          <a:ext cx="1338207" cy="578238"/>
        </a:xfrm>
        <a:prstGeom prst="roundRect">
          <a:avLst/>
        </a:prstGeom>
      </dgm:spPr>
    </dgm:pt>
    <dgm:pt modelId="{9329CE25-B2F6-4010-B9B5-7EAAFC658CA4}" type="pres">
      <dgm:prSet presAssocID="{9DCE91D3-BD88-47B9-B149-48FAC8F8995D}" presName="descendantText" presStyleLbl="alignAccFollowNode1" presStyleIdx="4" presStyleCnt="8" custScaleX="125110">
        <dgm:presLayoutVars>
          <dgm:bulletEnabled val="1"/>
        </dgm:presLayoutVars>
      </dgm:prSet>
      <dgm:spPr>
        <a:xfrm rot="5400000">
          <a:off x="3750503" y="1204937"/>
          <a:ext cx="462590" cy="4240250"/>
        </a:xfrm>
        <a:prstGeom prst="round2SameRect">
          <a:avLst/>
        </a:prstGeom>
      </dgm:spPr>
    </dgm:pt>
    <dgm:pt modelId="{A243A6E1-B947-4D3A-B069-B4DE6F32318A}" type="pres">
      <dgm:prSet presAssocID="{21B3F5F2-514E-4CA3-9FAC-21FDF18C2E26}" presName="sp" presStyleCnt="0"/>
      <dgm:spPr/>
    </dgm:pt>
    <dgm:pt modelId="{DBE1B852-BE91-45C3-8EE8-9C7E6313A441}" type="pres">
      <dgm:prSet presAssocID="{B1339A63-7080-4EF6-8582-578C61FA51C9}" presName="linNode" presStyleCnt="0"/>
      <dgm:spPr/>
    </dgm:pt>
    <dgm:pt modelId="{EEFF1B65-15AF-429A-B27F-8438CB59B623}" type="pres">
      <dgm:prSet presAssocID="{B1339A63-7080-4EF6-8582-578C61FA51C9}" presName="parentText" presStyleLbl="node1" presStyleIdx="5" presStyleCnt="8" custScaleX="24570">
        <dgm:presLayoutVars>
          <dgm:chMax val="1"/>
          <dgm:bulletEnabled val="1"/>
        </dgm:presLayoutVars>
      </dgm:prSet>
      <dgm:spPr>
        <a:xfrm>
          <a:off x="523466" y="3643093"/>
          <a:ext cx="1338207" cy="578238"/>
        </a:xfrm>
        <a:prstGeom prst="roundRect">
          <a:avLst/>
        </a:prstGeom>
      </dgm:spPr>
    </dgm:pt>
    <dgm:pt modelId="{644154CA-5D4F-46E3-946B-B49D535FFE69}" type="pres">
      <dgm:prSet presAssocID="{B1339A63-7080-4EF6-8582-578C61FA51C9}" presName="descendantText" presStyleLbl="alignAccFollowNode1" presStyleIdx="5" presStyleCnt="8" custScaleX="125110">
        <dgm:presLayoutVars>
          <dgm:bulletEnabled val="1"/>
        </dgm:presLayoutVars>
      </dgm:prSet>
      <dgm:spPr>
        <a:xfrm rot="5400000">
          <a:off x="3750503" y="1812087"/>
          <a:ext cx="462590" cy="4240250"/>
        </a:xfrm>
        <a:prstGeom prst="round2SameRect">
          <a:avLst/>
        </a:prstGeom>
      </dgm:spPr>
    </dgm:pt>
    <dgm:pt modelId="{022C7B38-B90D-48BE-B035-842613661D12}" type="pres">
      <dgm:prSet presAssocID="{789FF8A8-0445-420C-92BC-6C76609E87C9}" presName="sp" presStyleCnt="0"/>
      <dgm:spPr/>
    </dgm:pt>
    <dgm:pt modelId="{76C1A62B-FE11-4D5C-A898-B405F97005C9}" type="pres">
      <dgm:prSet presAssocID="{73278E8E-A4C4-4670-BDA3-7A320E2935DE}" presName="linNode" presStyleCnt="0"/>
      <dgm:spPr/>
    </dgm:pt>
    <dgm:pt modelId="{A38D09B5-20FE-4B65-B487-80A7FF67BDEB}" type="pres">
      <dgm:prSet presAssocID="{73278E8E-A4C4-4670-BDA3-7A320E2935DE}" presName="parentText" presStyleLbl="node1" presStyleIdx="6" presStyleCnt="8" custScaleX="24570">
        <dgm:presLayoutVars>
          <dgm:chMax val="1"/>
          <dgm:bulletEnabled val="1"/>
        </dgm:presLayoutVars>
      </dgm:prSet>
      <dgm:spPr>
        <a:xfrm>
          <a:off x="523466" y="4250244"/>
          <a:ext cx="1338207" cy="578238"/>
        </a:xfrm>
        <a:prstGeom prst="roundRect">
          <a:avLst/>
        </a:prstGeom>
      </dgm:spPr>
    </dgm:pt>
    <dgm:pt modelId="{D127289C-55BB-49E9-B361-F89425276C48}" type="pres">
      <dgm:prSet presAssocID="{73278E8E-A4C4-4670-BDA3-7A320E2935DE}" presName="descendantText" presStyleLbl="alignAccFollowNode1" presStyleIdx="6" presStyleCnt="8" custScaleX="125110" custLinFactNeighborX="581">
        <dgm:presLayoutVars>
          <dgm:bulletEnabled val="1"/>
        </dgm:presLayoutVars>
      </dgm:prSet>
      <dgm:spPr>
        <a:xfrm rot="5400000">
          <a:off x="3750503" y="2419238"/>
          <a:ext cx="462590" cy="4240250"/>
        </a:xfrm>
        <a:prstGeom prst="round2SameRect">
          <a:avLst/>
        </a:prstGeom>
      </dgm:spPr>
    </dgm:pt>
    <dgm:pt modelId="{937190F1-CD69-4745-8F8D-A363F79A87F1}" type="pres">
      <dgm:prSet presAssocID="{539C659E-13F4-4A76-86D6-3D07E547A5B7}" presName="sp" presStyleCnt="0"/>
      <dgm:spPr/>
    </dgm:pt>
    <dgm:pt modelId="{9D67AD5E-38CF-4393-BA21-BFC6371D7AE8}" type="pres">
      <dgm:prSet presAssocID="{C714E617-5CE3-400E-B7D9-88B6752E8989}" presName="linNode" presStyleCnt="0"/>
      <dgm:spPr/>
    </dgm:pt>
    <dgm:pt modelId="{C1D1E351-4BA4-4935-AEF0-66092CFDCDC6}" type="pres">
      <dgm:prSet presAssocID="{C714E617-5CE3-400E-B7D9-88B6752E8989}" presName="parentText" presStyleLbl="node1" presStyleIdx="7" presStyleCnt="8" custScaleX="24570">
        <dgm:presLayoutVars>
          <dgm:chMax val="1"/>
          <dgm:bulletEnabled val="1"/>
        </dgm:presLayoutVars>
      </dgm:prSet>
      <dgm:spPr>
        <a:prstGeom prst="roundRect">
          <a:avLst/>
        </a:prstGeom>
      </dgm:spPr>
    </dgm:pt>
    <dgm:pt modelId="{519A0F10-8DB0-434D-81DD-2B53335586CC}" type="pres">
      <dgm:prSet presAssocID="{C714E617-5CE3-400E-B7D9-88B6752E8989}" presName="descendantText" presStyleLbl="alignAccFollowNode1" presStyleIdx="7" presStyleCnt="8" custScaleX="125764">
        <dgm:presLayoutVars>
          <dgm:bulletEnabled val="1"/>
        </dgm:presLayoutVars>
      </dgm:prSet>
      <dgm:spPr>
        <a:xfrm rot="5400000">
          <a:off x="2842051" y="2419238"/>
          <a:ext cx="462590" cy="4240250"/>
        </a:xfrm>
        <a:prstGeom prst="round2SameRect">
          <a:avLst/>
        </a:prstGeom>
      </dgm:spPr>
    </dgm:pt>
  </dgm:ptLst>
  <dgm:cxnLst>
    <dgm:cxn modelId="{781F3801-9419-4814-A77B-1C5530321508}" type="presOf" srcId="{AC705202-7E99-4A6A-862F-AA92173956BC}" destId="{519A0F10-8DB0-434D-81DD-2B53335586CC}" srcOrd="0" destOrd="0" presId="urn:microsoft.com/office/officeart/2005/8/layout/vList5"/>
    <dgm:cxn modelId="{524E4B04-E0CF-4E6A-A9F0-93C6E21A0AAB}" srcId="{A2868EEB-2106-41D2-9CAA-23B802F3628E}" destId="{99D6E3D2-F108-46EB-9217-F9CE6987CBCC}" srcOrd="0" destOrd="0" parTransId="{6F64E2ED-9566-4E53-998C-DBD300B82BA1}" sibTransId="{9DACCF1E-3B25-4E2D-B5D8-5A5929104F42}"/>
    <dgm:cxn modelId="{D0EA8609-0371-4EA6-8994-0E528E666B43}" srcId="{3F89BB5E-6274-46B3-9D60-9E20BD3530AD}" destId="{908FCCE2-45B5-4D24-AE9F-3DEE01BD9D49}" srcOrd="0" destOrd="0" parTransId="{DBD50C5C-4D0F-4FE8-B12B-B34D7E2F7FA7}" sibTransId="{8E75D728-8917-4A44-9324-DA5960767995}"/>
    <dgm:cxn modelId="{FD3E2E13-3C57-4AC9-A636-986D371E975F}" type="presOf" srcId="{908FCCE2-45B5-4D24-AE9F-3DEE01BD9D49}" destId="{B6FC2166-1C53-4A70-BF25-C7828AE5921C}" srcOrd="0" destOrd="0" presId="urn:microsoft.com/office/officeart/2005/8/layout/vList5"/>
    <dgm:cxn modelId="{F124052B-6A16-47BB-B568-60FD6E7956EB}" srcId="{E7322797-FB2B-49B4-B983-766D172EE160}" destId="{9DCE91D3-BD88-47B9-B149-48FAC8F8995D}" srcOrd="4" destOrd="0" parTransId="{1774DDD2-2387-4001-9711-CF293EBFD78F}" sibTransId="{21B3F5F2-514E-4CA3-9FAC-21FDF18C2E26}"/>
    <dgm:cxn modelId="{FD0C7630-BCF0-401D-8969-CD56198A8241}" srcId="{20DC5077-CD8B-46FD-89F6-CB7EC77CD56A}" destId="{A7C5F983-2F98-4965-9CC7-D69AC20306E5}" srcOrd="0" destOrd="0" parTransId="{A1BBEADC-1204-4862-AA84-A87A763DFCB3}" sibTransId="{AA433E0D-3987-46F9-B862-EA9850AB351E}"/>
    <dgm:cxn modelId="{45A9AA39-C2C3-4688-8DAF-5D1FDF3C74D0}" srcId="{E7322797-FB2B-49B4-B983-766D172EE160}" destId="{20DC5077-CD8B-46FD-89F6-CB7EC77CD56A}" srcOrd="1" destOrd="0" parTransId="{00769546-55D4-4F6D-859D-C2C079A13C28}" sibTransId="{1CEDA580-456F-4F9B-9F0E-442434E599CF}"/>
    <dgm:cxn modelId="{B9FD7F5F-3878-4F0E-89A6-507DEADB9B2F}" type="presOf" srcId="{B1339A63-7080-4EF6-8582-578C61FA51C9}" destId="{EEFF1B65-15AF-429A-B27F-8438CB59B623}" srcOrd="0" destOrd="0" presId="urn:microsoft.com/office/officeart/2005/8/layout/vList5"/>
    <dgm:cxn modelId="{43375967-70C5-450D-9525-2F9062097E5F}" type="presOf" srcId="{E7322797-FB2B-49B4-B983-766D172EE160}" destId="{03E6A4DD-9C9F-49E0-B243-38B4BA97FDB6}" srcOrd="0" destOrd="0" presId="urn:microsoft.com/office/officeart/2005/8/layout/vList5"/>
    <dgm:cxn modelId="{1A08F749-8B54-4B2B-8A8D-82D41C8AD154}" type="presOf" srcId="{73278E8E-A4C4-4670-BDA3-7A320E2935DE}" destId="{A38D09B5-20FE-4B65-B487-80A7FF67BDEB}" srcOrd="0" destOrd="0" presId="urn:microsoft.com/office/officeart/2005/8/layout/vList5"/>
    <dgm:cxn modelId="{8768366F-DBE7-4E3A-B65F-27616297E665}" type="presOf" srcId="{A2868EEB-2106-41D2-9CAA-23B802F3628E}" destId="{1565C43A-C6E1-4D55-BE9E-E6FB7F9EF95E}" srcOrd="0" destOrd="0" presId="urn:microsoft.com/office/officeart/2005/8/layout/vList5"/>
    <dgm:cxn modelId="{13892155-3461-4E08-96CD-818B4F7F8B72}" type="presOf" srcId="{9DCE91D3-BD88-47B9-B149-48FAC8F8995D}" destId="{0FE8B3E4-0354-400A-B940-60E0BC183555}" srcOrd="0" destOrd="0" presId="urn:microsoft.com/office/officeart/2005/8/layout/vList5"/>
    <dgm:cxn modelId="{A4669575-A848-42EF-AAD9-9E9F0F9C617E}" srcId="{C714E617-5CE3-400E-B7D9-88B6752E8989}" destId="{AC705202-7E99-4A6A-862F-AA92173956BC}" srcOrd="0" destOrd="0" parTransId="{4F22ABAB-1CEC-4328-A56D-454258986581}" sibTransId="{D24568CA-6D39-4577-A179-E7E4F1F561AD}"/>
    <dgm:cxn modelId="{47975B78-6A5F-4DC0-98E6-2F06A7A23A41}" type="presOf" srcId="{8337778C-AF63-4B22-9C45-07ADE1010D9C}" destId="{644154CA-5D4F-46E3-946B-B49D535FFE69}" srcOrd="0" destOrd="0" presId="urn:microsoft.com/office/officeart/2005/8/layout/vList5"/>
    <dgm:cxn modelId="{DCAB6778-FECC-4399-935F-5322952C8329}" type="presOf" srcId="{C714E617-5CE3-400E-B7D9-88B6752E8989}" destId="{C1D1E351-4BA4-4935-AEF0-66092CFDCDC6}" srcOrd="0" destOrd="0" presId="urn:microsoft.com/office/officeart/2005/8/layout/vList5"/>
    <dgm:cxn modelId="{E33D7358-C5B8-4545-B90D-962DFA823BA5}" srcId="{73278E8E-A4C4-4670-BDA3-7A320E2935DE}" destId="{CC247DDB-F7E5-4183-BD94-C7F0399DEE7F}" srcOrd="0" destOrd="0" parTransId="{C1054840-09AE-4BCB-98FF-91D4A0D23C1B}" sibTransId="{6F5EEB89-538F-4C43-84F2-2AEEE1071A32}"/>
    <dgm:cxn modelId="{1B7AE05A-8C63-4391-82B0-D74E01A0CCB9}" type="presOf" srcId="{3E5E4154-E6F0-408C-8CAD-E2A89A9ECD08}" destId="{3DCF53B2-4ACD-4C42-BDF2-FE42D4F8035E}" srcOrd="0" destOrd="0" presId="urn:microsoft.com/office/officeart/2005/8/layout/vList5"/>
    <dgm:cxn modelId="{B1E7FB7A-EB5B-4BB5-B982-3FD0A22D9B3B}" type="presOf" srcId="{EA4EB662-ADE3-40CA-B4AB-B5043BECEB7E}" destId="{B424C359-18DB-403F-A337-9048DA4C2677}" srcOrd="0" destOrd="0" presId="urn:microsoft.com/office/officeart/2005/8/layout/vList5"/>
    <dgm:cxn modelId="{7B584191-8DF1-4510-B870-6425FEE75870}" srcId="{E7322797-FB2B-49B4-B983-766D172EE160}" destId="{C714E617-5CE3-400E-B7D9-88B6752E8989}" srcOrd="7" destOrd="0" parTransId="{D63624E3-6853-44FA-81FE-0786B422ACBD}" sibTransId="{51CDF0E2-BDBD-48A4-94DF-CF9748221975}"/>
    <dgm:cxn modelId="{B43D9491-A519-4AF1-A425-66D1E1DBBC5F}" srcId="{E7322797-FB2B-49B4-B983-766D172EE160}" destId="{A2868EEB-2106-41D2-9CAA-23B802F3628E}" srcOrd="3" destOrd="0" parTransId="{0A1BEDCF-16C6-412E-BEAC-0AE51CC76420}" sibTransId="{9D733EB3-E204-4D0B-8B8A-DB5BA897D081}"/>
    <dgm:cxn modelId="{85A91E93-B0AF-4A30-B66D-555EC00C19BA}" srcId="{9DCE91D3-BD88-47B9-B149-48FAC8F8995D}" destId="{D15EB9F0-6039-43E8-B6B7-3836E12B6DB3}" srcOrd="0" destOrd="0" parTransId="{6C604ADF-1CEA-4555-901C-167411FBDDF7}" sibTransId="{B6297801-FBF0-400A-BCA7-F85CC5638C73}"/>
    <dgm:cxn modelId="{99D95FA5-2ED4-493B-843B-BC6152EC57BD}" srcId="{3E5E4154-E6F0-408C-8CAD-E2A89A9ECD08}" destId="{EA4EB662-ADE3-40CA-B4AB-B5043BECEB7E}" srcOrd="0" destOrd="0" parTransId="{355C0454-5D7D-42C8-9803-B6238909BA7D}" sibTransId="{60E067BE-F3C9-4E74-A7E1-23F63943F449}"/>
    <dgm:cxn modelId="{B0A82BA7-C5E8-4807-A276-7A3CD21D1E2A}" type="presOf" srcId="{D15EB9F0-6039-43E8-B6B7-3836E12B6DB3}" destId="{9329CE25-B2F6-4010-B9B5-7EAAFC658CA4}" srcOrd="0" destOrd="0" presId="urn:microsoft.com/office/officeart/2005/8/layout/vList5"/>
    <dgm:cxn modelId="{C34190A8-F799-40B9-9EC6-7709969BCF87}" type="presOf" srcId="{99D6E3D2-F108-46EB-9217-F9CE6987CBCC}" destId="{C273201C-C54F-402D-A78F-F9A831FB8D94}" srcOrd="0" destOrd="0" presId="urn:microsoft.com/office/officeart/2005/8/layout/vList5"/>
    <dgm:cxn modelId="{48B2AFA8-34C2-47C9-9990-EEE5A7262C17}" type="presOf" srcId="{20DC5077-CD8B-46FD-89F6-CB7EC77CD56A}" destId="{DB638EA7-E480-42B4-819F-149B1F05971C}" srcOrd="0" destOrd="0" presId="urn:microsoft.com/office/officeart/2005/8/layout/vList5"/>
    <dgm:cxn modelId="{AA5A68B4-C058-48AE-B58A-B10097DB824E}" type="presOf" srcId="{3F89BB5E-6274-46B3-9D60-9E20BD3530AD}" destId="{B14F474E-D99E-48B0-BE78-905393DD1838}" srcOrd="0" destOrd="0" presId="urn:microsoft.com/office/officeart/2005/8/layout/vList5"/>
    <dgm:cxn modelId="{60C01FBA-4112-4761-9362-FD2783709BCE}" srcId="{E7322797-FB2B-49B4-B983-766D172EE160}" destId="{3E5E4154-E6F0-408C-8CAD-E2A89A9ECD08}" srcOrd="2" destOrd="0" parTransId="{24D73C5C-121C-4677-9199-DFAFDA8C3CA7}" sibTransId="{93E089C4-FE81-409C-9E63-178969ED8DED}"/>
    <dgm:cxn modelId="{8263EEBB-3CFF-4A1C-AE7F-1115E842FABD}" srcId="{B1339A63-7080-4EF6-8582-578C61FA51C9}" destId="{8337778C-AF63-4B22-9C45-07ADE1010D9C}" srcOrd="0" destOrd="0" parTransId="{8F3E10D6-3126-427E-B9DC-513256479555}" sibTransId="{2DCAA63E-E3F2-4005-9D88-A8A4EBE9EDF3}"/>
    <dgm:cxn modelId="{24A3AEC7-4896-4DA6-AF73-4C6CCEC3FA12}" srcId="{E7322797-FB2B-49B4-B983-766D172EE160}" destId="{73278E8E-A4C4-4670-BDA3-7A320E2935DE}" srcOrd="6" destOrd="0" parTransId="{76E817B3-7E2E-49DC-A84F-41FC83AD71AD}" sibTransId="{539C659E-13F4-4A76-86D6-3D07E547A5B7}"/>
    <dgm:cxn modelId="{2DDBE1CB-B476-4242-BDF6-AC17021C0C89}" srcId="{E7322797-FB2B-49B4-B983-766D172EE160}" destId="{3F89BB5E-6274-46B3-9D60-9E20BD3530AD}" srcOrd="0" destOrd="0" parTransId="{567EEACD-0AC0-40F3-A1E7-75830EE41771}" sibTransId="{7558D5EC-6CB9-4F23-B330-637A9136E20C}"/>
    <dgm:cxn modelId="{3538F1D8-5E57-4AC3-B4FA-D7BBAA2DAC69}" srcId="{E7322797-FB2B-49B4-B983-766D172EE160}" destId="{B1339A63-7080-4EF6-8582-578C61FA51C9}" srcOrd="5" destOrd="0" parTransId="{1F514F11-546A-4367-A61B-D0DE380F51BE}" sibTransId="{789FF8A8-0445-420C-92BC-6C76609E87C9}"/>
    <dgm:cxn modelId="{3816A9EB-1883-4757-B1F0-EC825EC77C0D}" type="presOf" srcId="{A7C5F983-2F98-4965-9CC7-D69AC20306E5}" destId="{E623E634-59FD-4626-AA90-0F0BB3471B68}" srcOrd="0" destOrd="0" presId="urn:microsoft.com/office/officeart/2005/8/layout/vList5"/>
    <dgm:cxn modelId="{8C9824F5-7E7C-4847-A80C-96CB6BCDC55B}" type="presOf" srcId="{CC247DDB-F7E5-4183-BD94-C7F0399DEE7F}" destId="{D127289C-55BB-49E9-B361-F89425276C48}" srcOrd="0" destOrd="0" presId="urn:microsoft.com/office/officeart/2005/8/layout/vList5"/>
    <dgm:cxn modelId="{692418B9-9F5E-4D56-9EDC-3844F90AD85A}" type="presParOf" srcId="{03E6A4DD-9C9F-49E0-B243-38B4BA97FDB6}" destId="{1F002E57-F180-41EA-B0AB-9303FC58D51B}" srcOrd="0" destOrd="0" presId="urn:microsoft.com/office/officeart/2005/8/layout/vList5"/>
    <dgm:cxn modelId="{9DF3C7CF-0DFA-430C-85BB-4D368EF5BE87}" type="presParOf" srcId="{1F002E57-F180-41EA-B0AB-9303FC58D51B}" destId="{B14F474E-D99E-48B0-BE78-905393DD1838}" srcOrd="0" destOrd="0" presId="urn:microsoft.com/office/officeart/2005/8/layout/vList5"/>
    <dgm:cxn modelId="{F3024812-AA33-4436-9D25-7683A4C6559A}" type="presParOf" srcId="{1F002E57-F180-41EA-B0AB-9303FC58D51B}" destId="{B6FC2166-1C53-4A70-BF25-C7828AE5921C}" srcOrd="1" destOrd="0" presId="urn:microsoft.com/office/officeart/2005/8/layout/vList5"/>
    <dgm:cxn modelId="{0FF38752-0879-4A74-878A-73DE553174B4}" type="presParOf" srcId="{03E6A4DD-9C9F-49E0-B243-38B4BA97FDB6}" destId="{3F84297F-4CDF-44BA-807D-FA731FBEF253}" srcOrd="1" destOrd="0" presId="urn:microsoft.com/office/officeart/2005/8/layout/vList5"/>
    <dgm:cxn modelId="{50179658-3B29-42E0-B110-66AC8FE8F8F6}" type="presParOf" srcId="{03E6A4DD-9C9F-49E0-B243-38B4BA97FDB6}" destId="{E53D67CA-CAE1-49B7-8D3E-532E2C1CA7F3}" srcOrd="2" destOrd="0" presId="urn:microsoft.com/office/officeart/2005/8/layout/vList5"/>
    <dgm:cxn modelId="{10B85DAF-526D-4A3D-AB43-03EEDA821249}" type="presParOf" srcId="{E53D67CA-CAE1-49B7-8D3E-532E2C1CA7F3}" destId="{DB638EA7-E480-42B4-819F-149B1F05971C}" srcOrd="0" destOrd="0" presId="urn:microsoft.com/office/officeart/2005/8/layout/vList5"/>
    <dgm:cxn modelId="{49B261EB-3E03-4343-B20D-496C4B76C35C}" type="presParOf" srcId="{E53D67CA-CAE1-49B7-8D3E-532E2C1CA7F3}" destId="{E623E634-59FD-4626-AA90-0F0BB3471B68}" srcOrd="1" destOrd="0" presId="urn:microsoft.com/office/officeart/2005/8/layout/vList5"/>
    <dgm:cxn modelId="{34526D15-C032-462D-9BF2-A9580BE42175}" type="presParOf" srcId="{03E6A4DD-9C9F-49E0-B243-38B4BA97FDB6}" destId="{5D22D13F-B9E0-459A-8953-569B96448650}" srcOrd="3" destOrd="0" presId="urn:microsoft.com/office/officeart/2005/8/layout/vList5"/>
    <dgm:cxn modelId="{93278116-5ED7-491F-B730-4DEF3D7EEDFC}" type="presParOf" srcId="{03E6A4DD-9C9F-49E0-B243-38B4BA97FDB6}" destId="{D225D836-FC24-4F2C-880B-64C608290B35}" srcOrd="4" destOrd="0" presId="urn:microsoft.com/office/officeart/2005/8/layout/vList5"/>
    <dgm:cxn modelId="{D074B27B-E1AE-4B58-89D2-0DEAEC27655C}" type="presParOf" srcId="{D225D836-FC24-4F2C-880B-64C608290B35}" destId="{3DCF53B2-4ACD-4C42-BDF2-FE42D4F8035E}" srcOrd="0" destOrd="0" presId="urn:microsoft.com/office/officeart/2005/8/layout/vList5"/>
    <dgm:cxn modelId="{E2D9471E-22A8-499B-BD01-AC124DA5583E}" type="presParOf" srcId="{D225D836-FC24-4F2C-880B-64C608290B35}" destId="{B424C359-18DB-403F-A337-9048DA4C2677}" srcOrd="1" destOrd="0" presId="urn:microsoft.com/office/officeart/2005/8/layout/vList5"/>
    <dgm:cxn modelId="{0BAFA4F0-98EB-494B-8696-570BA95B7797}" type="presParOf" srcId="{03E6A4DD-9C9F-49E0-B243-38B4BA97FDB6}" destId="{A924E9DF-C83F-4958-979A-473F3185E977}" srcOrd="5" destOrd="0" presId="urn:microsoft.com/office/officeart/2005/8/layout/vList5"/>
    <dgm:cxn modelId="{438B7CF4-9565-4971-9B85-45F25FE91BBE}" type="presParOf" srcId="{03E6A4DD-9C9F-49E0-B243-38B4BA97FDB6}" destId="{904F3293-5AE0-497D-9A2F-81B3514E1DAA}" srcOrd="6" destOrd="0" presId="urn:microsoft.com/office/officeart/2005/8/layout/vList5"/>
    <dgm:cxn modelId="{4E1AA0E9-4FEE-49CE-8651-D53F9FB7D4BD}" type="presParOf" srcId="{904F3293-5AE0-497D-9A2F-81B3514E1DAA}" destId="{1565C43A-C6E1-4D55-BE9E-E6FB7F9EF95E}" srcOrd="0" destOrd="0" presId="urn:microsoft.com/office/officeart/2005/8/layout/vList5"/>
    <dgm:cxn modelId="{B5048B67-B0A1-4476-AC7D-20C150C5B842}" type="presParOf" srcId="{904F3293-5AE0-497D-9A2F-81B3514E1DAA}" destId="{C273201C-C54F-402D-A78F-F9A831FB8D94}" srcOrd="1" destOrd="0" presId="urn:microsoft.com/office/officeart/2005/8/layout/vList5"/>
    <dgm:cxn modelId="{59EFDEBC-0FCB-4C3C-BDAB-A186088CCA5F}" type="presParOf" srcId="{03E6A4DD-9C9F-49E0-B243-38B4BA97FDB6}" destId="{CBAD83B6-D6DB-446B-B4D2-C4E7C1C11633}" srcOrd="7" destOrd="0" presId="urn:microsoft.com/office/officeart/2005/8/layout/vList5"/>
    <dgm:cxn modelId="{2B53652D-4C56-4EDD-9FF1-9075A20BC74B}" type="presParOf" srcId="{03E6A4DD-9C9F-49E0-B243-38B4BA97FDB6}" destId="{2DE1FFD5-A236-4D13-B701-B1E8AA5BBE96}" srcOrd="8" destOrd="0" presId="urn:microsoft.com/office/officeart/2005/8/layout/vList5"/>
    <dgm:cxn modelId="{FF7FA116-3F27-4840-9FAF-607328F2AA2C}" type="presParOf" srcId="{2DE1FFD5-A236-4D13-B701-B1E8AA5BBE96}" destId="{0FE8B3E4-0354-400A-B940-60E0BC183555}" srcOrd="0" destOrd="0" presId="urn:microsoft.com/office/officeart/2005/8/layout/vList5"/>
    <dgm:cxn modelId="{D19802E1-214F-4687-A6C8-4206051ADA67}" type="presParOf" srcId="{2DE1FFD5-A236-4D13-B701-B1E8AA5BBE96}" destId="{9329CE25-B2F6-4010-B9B5-7EAAFC658CA4}" srcOrd="1" destOrd="0" presId="urn:microsoft.com/office/officeart/2005/8/layout/vList5"/>
    <dgm:cxn modelId="{D60592BF-1CC9-4C03-B60D-55F1665E4295}" type="presParOf" srcId="{03E6A4DD-9C9F-49E0-B243-38B4BA97FDB6}" destId="{A243A6E1-B947-4D3A-B069-B4DE6F32318A}" srcOrd="9" destOrd="0" presId="urn:microsoft.com/office/officeart/2005/8/layout/vList5"/>
    <dgm:cxn modelId="{318106B8-0986-4EDF-9800-E7947D9AF4B3}" type="presParOf" srcId="{03E6A4DD-9C9F-49E0-B243-38B4BA97FDB6}" destId="{DBE1B852-BE91-45C3-8EE8-9C7E6313A441}" srcOrd="10" destOrd="0" presId="urn:microsoft.com/office/officeart/2005/8/layout/vList5"/>
    <dgm:cxn modelId="{469A93B4-BCC8-4454-9F35-B0DB4052670E}" type="presParOf" srcId="{DBE1B852-BE91-45C3-8EE8-9C7E6313A441}" destId="{EEFF1B65-15AF-429A-B27F-8438CB59B623}" srcOrd="0" destOrd="0" presId="urn:microsoft.com/office/officeart/2005/8/layout/vList5"/>
    <dgm:cxn modelId="{F3269108-E982-4C3B-92C8-C6B7A8F4DB3A}" type="presParOf" srcId="{DBE1B852-BE91-45C3-8EE8-9C7E6313A441}" destId="{644154CA-5D4F-46E3-946B-B49D535FFE69}" srcOrd="1" destOrd="0" presId="urn:microsoft.com/office/officeart/2005/8/layout/vList5"/>
    <dgm:cxn modelId="{DE72B86C-9542-4FDB-B1BD-4BAA64A245B2}" type="presParOf" srcId="{03E6A4DD-9C9F-49E0-B243-38B4BA97FDB6}" destId="{022C7B38-B90D-48BE-B035-842613661D12}" srcOrd="11" destOrd="0" presId="urn:microsoft.com/office/officeart/2005/8/layout/vList5"/>
    <dgm:cxn modelId="{E7652212-618F-40F9-A1F5-61A0D3FD27E6}" type="presParOf" srcId="{03E6A4DD-9C9F-49E0-B243-38B4BA97FDB6}" destId="{76C1A62B-FE11-4D5C-A898-B405F97005C9}" srcOrd="12" destOrd="0" presId="urn:microsoft.com/office/officeart/2005/8/layout/vList5"/>
    <dgm:cxn modelId="{996FCF8B-53CD-40D7-ACD1-FCCC01BC8EA5}" type="presParOf" srcId="{76C1A62B-FE11-4D5C-A898-B405F97005C9}" destId="{A38D09B5-20FE-4B65-B487-80A7FF67BDEB}" srcOrd="0" destOrd="0" presId="urn:microsoft.com/office/officeart/2005/8/layout/vList5"/>
    <dgm:cxn modelId="{5DFD50EB-3C29-4765-961E-5B58512ACF73}" type="presParOf" srcId="{76C1A62B-FE11-4D5C-A898-B405F97005C9}" destId="{D127289C-55BB-49E9-B361-F89425276C48}" srcOrd="1" destOrd="0" presId="urn:microsoft.com/office/officeart/2005/8/layout/vList5"/>
    <dgm:cxn modelId="{0D867897-67F7-4312-8CDB-A6ADA91DF9E1}" type="presParOf" srcId="{03E6A4DD-9C9F-49E0-B243-38B4BA97FDB6}" destId="{937190F1-CD69-4745-8F8D-A363F79A87F1}" srcOrd="13" destOrd="0" presId="urn:microsoft.com/office/officeart/2005/8/layout/vList5"/>
    <dgm:cxn modelId="{1CB6E433-C112-478C-917A-83039D77ED9D}" type="presParOf" srcId="{03E6A4DD-9C9F-49E0-B243-38B4BA97FDB6}" destId="{9D67AD5E-38CF-4393-BA21-BFC6371D7AE8}" srcOrd="14" destOrd="0" presId="urn:microsoft.com/office/officeart/2005/8/layout/vList5"/>
    <dgm:cxn modelId="{49B22876-36EC-4EA7-ACEA-5C193319A5F8}" type="presParOf" srcId="{9D67AD5E-38CF-4393-BA21-BFC6371D7AE8}" destId="{C1D1E351-4BA4-4935-AEF0-66092CFDCDC6}" srcOrd="0" destOrd="0" presId="urn:microsoft.com/office/officeart/2005/8/layout/vList5"/>
    <dgm:cxn modelId="{E66A93C0-0CF5-4921-AD72-C53B3D1F8E95}" type="presParOf" srcId="{9D67AD5E-38CF-4393-BA21-BFC6371D7AE8}" destId="{519A0F10-8DB0-434D-81DD-2B53335586C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322797-FB2B-49B4-B983-766D172EE160}" type="doc">
      <dgm:prSet loTypeId="urn:microsoft.com/office/officeart/2005/8/layout/vList5" loCatId="list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zh-CN" altLang="en-US"/>
        </a:p>
      </dgm:t>
    </dgm:pt>
    <dgm:pt modelId="{3F89BB5E-6274-46B3-9D60-9E20BD3530AD}">
      <dgm:prSet phldrT="[文本]" custT="1"/>
      <dgm:spPr>
        <a:xfrm>
          <a:off x="353326" y="19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567EEACD-0AC0-40F3-A1E7-75830EE41771}" cxnId="{2DDBE1CB-B476-4242-BDF6-AC17021C0C89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558D5EC-6CB9-4F23-B330-637A9136E20C}" cxnId="{2DDBE1CB-B476-4242-BDF6-AC17021C0C89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08FCCE2-45B5-4D24-AE9F-3DEE01BD9D49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BD50C5C-4D0F-4FE8-B12B-B34D7E2F7FA7}" cxnId="{D0EA8609-0371-4EA6-8994-0E528E666B43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E75D728-8917-4A44-9324-DA5960767995}" cxnId="{D0EA8609-0371-4EA6-8994-0E528E666B43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0DC5077-CD8B-46FD-89F6-CB7EC77CD56A}">
      <dgm:prSet phldrT="[文本]" custT="1"/>
      <dgm:spPr>
        <a:xfrm>
          <a:off x="353326" y="60734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0769546-55D4-4F6D-859D-C2C079A13C28}" cxnId="{45A9AA39-C2C3-4688-8DAF-5D1FDF3C74D0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1CEDA580-456F-4F9B-9F0E-442434E599CF}" cxnId="{45A9AA39-C2C3-4688-8DAF-5D1FDF3C74D0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7C5F983-2F98-4965-9CC7-D69AC20306E5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A1BBEADC-1204-4862-AA84-A87A763DFCB3}" cxnId="{FD0C7630-BCF0-401D-8969-CD56198A8241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A433E0D-3987-46F9-B862-EA9850AB351E}" cxnId="{FD0C7630-BCF0-401D-8969-CD56198A8241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3E5E4154-E6F0-408C-8CAD-E2A89A9ECD08}">
      <dgm:prSet phldrT="[文本]" custT="1"/>
      <dgm:spPr>
        <a:xfrm>
          <a:off x="353326" y="12144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24D73C5C-121C-4677-9199-DFAFDA8C3CA7}" cxnId="{60C01FBA-4112-4761-9362-FD2783709BCE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3E089C4-FE81-409C-9E63-178969ED8DED}" cxnId="{60C01FBA-4112-4761-9362-FD2783709BCE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C247DDB-F7E5-4183-BD94-C7F0399DEE7F}">
      <dgm:prSet phldrT="[文本]" custT="1"/>
      <dgm:spPr>
        <a:xfrm rot="5400000">
          <a:off x="3374406" y="1279724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C1054840-09AE-4BCB-98FF-91D4A0D23C1B}" cxnId="{E33D7358-C5B8-4545-B90D-962DFA823BA5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F5EEB89-538F-4C43-84F2-2AEEE1071A32}" cxnId="{E33D7358-C5B8-4545-B90D-962DFA823BA5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EA4EB662-ADE3-40CA-B4AB-B5043BECEB7E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355C0454-5D7D-42C8-9803-B6238909BA7D}" cxnId="{99D95FA5-2ED4-493B-843B-BC6152EC57B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0E067BE-F3C9-4E74-A7E1-23F63943F449}" cxnId="{99D95FA5-2ED4-493B-843B-BC6152EC57B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2868EEB-2106-41D2-9CAA-23B802F3628E}">
      <dgm:prSet phldrT="[文本]" custT="1"/>
      <dgm:spPr>
        <a:xfrm>
          <a:off x="353326" y="182164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A1BEDCF-16C6-412E-BEAC-0AE51CC76420}" cxnId="{B43D9491-A519-4AF1-A425-66D1E1DBBC5F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733EB3-E204-4D0B-8B8A-DB5BA897D081}" cxnId="{B43D9491-A519-4AF1-A425-66D1E1DBBC5F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9D6E3D2-F108-46EB-9217-F9CE6987CBCC}">
      <dgm:prSet phldrT="[文本]" custT="1"/>
      <dgm:spPr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F64E2ED-9566-4E53-998C-DBD300B82BA1}" cxnId="{524E4B04-E0CF-4E6A-A9F0-93C6E21A0AAB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ACCF1E-3B25-4E2D-B5D8-5A5929104F42}" cxnId="{524E4B04-E0CF-4E6A-A9F0-93C6E21A0AAB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CE91D3-BD88-47B9-B149-48FAC8F8995D}">
      <dgm:prSet phldrT="[文本]" custT="1"/>
      <dgm:spPr>
        <a:xfrm>
          <a:off x="353326" y="24287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774DDD2-2387-4001-9711-CF293EBFD78F}" cxnId="{F124052B-6A16-47BB-B568-60FD6E7956EB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1B3F5F2-514E-4CA3-9FAC-21FDF18C2E26}" cxnId="{F124052B-6A16-47BB-B568-60FD6E7956EB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D15EB9F0-6039-43E8-B6B7-3836E12B6DB3}">
      <dgm:prSet phldrT="[文本]" custT="1"/>
      <dgm:spPr>
        <a:xfrm rot="5400000">
          <a:off x="3360549" y="65423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C604ADF-1CEA-4555-901C-167411FBDDF7}" cxnId="{85A91E93-B0AF-4A30-B66D-555EC00C19BA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6297801-FBF0-400A-BCA7-F85CC5638C73}" cxnId="{85A91E93-B0AF-4A30-B66D-555EC00C19BA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1339A63-7080-4EF6-8582-578C61FA51C9}">
      <dgm:prSet phldrT="[文本]" custT="1"/>
      <dgm:spPr>
        <a:xfrm>
          <a:off x="353326" y="303594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F514F11-546A-4367-A61B-D0DE380F51BE}" cxnId="{3538F1D8-5E57-4AC3-B4FA-D7BBAA2DAC69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89FF8A8-0445-420C-92BC-6C76609E87C9}" cxnId="{3538F1D8-5E57-4AC3-B4FA-D7BBAA2DAC69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337778C-AF63-4B22-9C45-07ADE1010D9C}">
      <dgm:prSet phldrT="[文本]" custT="1"/>
      <dgm:spPr>
        <a:xfrm rot="5400000">
          <a:off x="3360549" y="672573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8F3E10D6-3126-427E-B9DC-513256479555}" cxnId="{8263EEBB-3CFF-4A1C-AE7F-1115E842FAB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DCAA63E-E3F2-4005-9D88-A8A4EBE9EDF3}" cxnId="{8263EEBB-3CFF-4A1C-AE7F-1115E842FAB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3278E8E-A4C4-4670-BDA3-7A320E2935DE}">
      <dgm:prSet phldrT="[文本]" custT="1"/>
      <dgm:spPr>
        <a:xfrm>
          <a:off x="353326" y="364309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76E817B3-7E2E-49DC-A84F-41FC83AD71AD}" cxnId="{24A3AEC7-4896-4DA6-AF73-4C6CCEC3FA12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539C659E-13F4-4A76-86D6-3D07E547A5B7}" cxnId="{24A3AEC7-4896-4DA6-AF73-4C6CCEC3FA12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714E617-5CE3-400E-B7D9-88B6752E8989}">
      <dgm:prSet phldrT="[文本]"/>
      <dgm:spPr>
        <a:xfrm>
          <a:off x="353326" y="4250244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63624E3-6853-44FA-81FE-0786B422ACBD}" cxnId="{7B584191-8DF1-4510-B870-6425FEE75870}" type="parTrans">
      <dgm:prSet/>
      <dgm:spPr/>
      <dgm:t>
        <a:bodyPr/>
        <a:lstStyle/>
        <a:p>
          <a:endParaRPr lang="zh-CN" altLang="en-US"/>
        </a:p>
      </dgm:t>
    </dgm:pt>
    <dgm:pt modelId="{51CDF0E2-BDBD-48A4-94DF-CF9748221975}" cxnId="{7B584191-8DF1-4510-B870-6425FEE75870}" type="sibTrans">
      <dgm:prSet/>
      <dgm:spPr/>
      <dgm:t>
        <a:bodyPr/>
        <a:lstStyle/>
        <a:p>
          <a:endParaRPr lang="zh-CN" altLang="en-US"/>
        </a:p>
      </dgm:t>
    </dgm:pt>
    <dgm:pt modelId="{AC705202-7E99-4A6A-862F-AA92173956BC}">
      <dgm:prSet custT="1"/>
      <dgm:spPr>
        <a:xfrm rot="5400000">
          <a:off x="3374414" y="1873009"/>
          <a:ext cx="462590" cy="5332708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4F22ABAB-1CEC-4328-A56D-454258986581}" cxnId="{A4669575-A848-42EF-AAD9-9E9F0F9C617E}" type="parTrans">
      <dgm:prSet/>
      <dgm:spPr/>
      <dgm:t>
        <a:bodyPr/>
        <a:lstStyle/>
        <a:p>
          <a:endParaRPr lang="zh-CN" altLang="en-US"/>
        </a:p>
      </dgm:t>
    </dgm:pt>
    <dgm:pt modelId="{D24568CA-6D39-4577-A179-E7E4F1F561AD}" cxnId="{A4669575-A848-42EF-AAD9-9E9F0F9C617E}" type="sibTrans">
      <dgm:prSet/>
      <dgm:spPr/>
      <dgm:t>
        <a:bodyPr/>
        <a:lstStyle/>
        <a:p>
          <a:endParaRPr lang="zh-CN" altLang="en-US"/>
        </a:p>
      </dgm:t>
    </dgm:pt>
    <dgm:pt modelId="{03E6A4DD-9C9F-49E0-B243-38B4BA97FDB6}" type="pres">
      <dgm:prSet presAssocID="{E7322797-FB2B-49B4-B983-766D172EE160}" presName="Name0" presStyleCnt="0">
        <dgm:presLayoutVars>
          <dgm:dir/>
          <dgm:animLvl val="lvl"/>
          <dgm:resizeHandles val="exact"/>
        </dgm:presLayoutVars>
      </dgm:prSet>
      <dgm:spPr/>
    </dgm:pt>
    <dgm:pt modelId="{1F002E57-F180-41EA-B0AB-9303FC58D51B}" type="pres">
      <dgm:prSet presAssocID="{3F89BB5E-6274-46B3-9D60-9E20BD3530AD}" presName="linNode" presStyleCnt="0"/>
      <dgm:spPr/>
    </dgm:pt>
    <dgm:pt modelId="{B14F474E-D99E-48B0-BE78-905393DD1838}" type="pres">
      <dgm:prSet presAssocID="{3F89BB5E-6274-46B3-9D60-9E20BD3530AD}" presName="parentText" presStyleLbl="node1" presStyleIdx="0" presStyleCnt="8" custScaleX="24570">
        <dgm:presLayoutVars>
          <dgm:chMax val="1"/>
          <dgm:bulletEnabled val="1"/>
        </dgm:presLayoutVars>
      </dgm:prSet>
      <dgm:spPr>
        <a:xfrm>
          <a:off x="523466" y="191"/>
          <a:ext cx="1338207" cy="578238"/>
        </a:xfrm>
        <a:prstGeom prst="roundRect">
          <a:avLst/>
        </a:prstGeom>
      </dgm:spPr>
    </dgm:pt>
    <dgm:pt modelId="{B6FC2166-1C53-4A70-BF25-C7828AE5921C}" type="pres">
      <dgm:prSet presAssocID="{3F89BB5E-6274-46B3-9D60-9E20BD3530AD}" presName="descendantText" presStyleLbl="alignAccFollowNode1" presStyleIdx="0" presStyleCnt="8" custScaleX="125110">
        <dgm:presLayoutVars>
          <dgm:bulletEnabled val="1"/>
        </dgm:presLayoutVars>
      </dgm:prSet>
      <dgm:spPr>
        <a:xfrm rot="5400000">
          <a:off x="3360549" y="-2363177"/>
          <a:ext cx="462590" cy="5304977"/>
        </a:xfrm>
        <a:prstGeom prst="round2SameRect">
          <a:avLst/>
        </a:prstGeom>
      </dgm:spPr>
    </dgm:pt>
    <dgm:pt modelId="{3F84297F-4CDF-44BA-807D-FA731FBEF253}" type="pres">
      <dgm:prSet presAssocID="{7558D5EC-6CB9-4F23-B330-637A9136E20C}" presName="sp" presStyleCnt="0"/>
      <dgm:spPr/>
    </dgm:pt>
    <dgm:pt modelId="{E53D67CA-CAE1-49B7-8D3E-532E2C1CA7F3}" type="pres">
      <dgm:prSet presAssocID="{20DC5077-CD8B-46FD-89F6-CB7EC77CD56A}" presName="linNode" presStyleCnt="0"/>
      <dgm:spPr/>
    </dgm:pt>
    <dgm:pt modelId="{DB638EA7-E480-42B4-819F-149B1F05971C}" type="pres">
      <dgm:prSet presAssocID="{20DC5077-CD8B-46FD-89F6-CB7EC77CD56A}" presName="parentText" presStyleLbl="node1" presStyleIdx="1" presStyleCnt="8" custScaleX="24570">
        <dgm:presLayoutVars>
          <dgm:chMax val="1"/>
          <dgm:bulletEnabled val="1"/>
        </dgm:presLayoutVars>
      </dgm:prSet>
      <dgm:spPr>
        <a:xfrm>
          <a:off x="523466" y="607341"/>
          <a:ext cx="1338207" cy="578238"/>
        </a:xfrm>
        <a:prstGeom prst="roundRect">
          <a:avLst/>
        </a:prstGeom>
      </dgm:spPr>
    </dgm:pt>
    <dgm:pt modelId="{E623E634-59FD-4626-AA90-0F0BB3471B68}" type="pres">
      <dgm:prSet presAssocID="{20DC5077-CD8B-46FD-89F6-CB7EC77CD56A}" presName="descendantText" presStyleLbl="alignAccFollowNode1" presStyleIdx="1" presStyleCnt="8" custScaleX="125110">
        <dgm:presLayoutVars>
          <dgm:bulletEnabled val="1"/>
        </dgm:presLayoutVars>
      </dgm:prSet>
      <dgm:spPr>
        <a:xfrm rot="5400000">
          <a:off x="3360549" y="-1756027"/>
          <a:ext cx="462590" cy="5304977"/>
        </a:xfrm>
        <a:prstGeom prst="round2SameRect">
          <a:avLst/>
        </a:prstGeom>
      </dgm:spPr>
    </dgm:pt>
    <dgm:pt modelId="{5D22D13F-B9E0-459A-8953-569B96448650}" type="pres">
      <dgm:prSet presAssocID="{1CEDA580-456F-4F9B-9F0E-442434E599CF}" presName="sp" presStyleCnt="0"/>
      <dgm:spPr/>
    </dgm:pt>
    <dgm:pt modelId="{D225D836-FC24-4F2C-880B-64C608290B35}" type="pres">
      <dgm:prSet presAssocID="{3E5E4154-E6F0-408C-8CAD-E2A89A9ECD08}" presName="linNode" presStyleCnt="0"/>
      <dgm:spPr/>
    </dgm:pt>
    <dgm:pt modelId="{3DCF53B2-4ACD-4C42-BDF2-FE42D4F8035E}" type="pres">
      <dgm:prSet presAssocID="{3E5E4154-E6F0-408C-8CAD-E2A89A9ECD08}" presName="parentText" presStyleLbl="node1" presStyleIdx="2" presStyleCnt="8" custScaleX="24570">
        <dgm:presLayoutVars>
          <dgm:chMax val="1"/>
          <dgm:bulletEnabled val="1"/>
        </dgm:presLayoutVars>
      </dgm:prSet>
      <dgm:spPr>
        <a:xfrm>
          <a:off x="523466" y="1821642"/>
          <a:ext cx="1338207" cy="578238"/>
        </a:xfrm>
        <a:prstGeom prst="roundRect">
          <a:avLst/>
        </a:prstGeom>
      </dgm:spPr>
    </dgm:pt>
    <dgm:pt modelId="{B424C359-18DB-403F-A337-9048DA4C2677}" type="pres">
      <dgm:prSet presAssocID="{3E5E4154-E6F0-408C-8CAD-E2A89A9ECD08}" presName="descendantText" presStyleLbl="alignAccFollowNode1" presStyleIdx="2" presStyleCnt="8" custScaleX="125110">
        <dgm:presLayoutVars>
          <dgm:bulletEnabled val="1"/>
        </dgm:presLayoutVars>
      </dgm:prSet>
      <dgm:spPr>
        <a:xfrm rot="5400000">
          <a:off x="3360549" y="-1148877"/>
          <a:ext cx="462590" cy="5304977"/>
        </a:xfrm>
        <a:prstGeom prst="round2SameRect">
          <a:avLst/>
        </a:prstGeom>
      </dgm:spPr>
    </dgm:pt>
    <dgm:pt modelId="{A924E9DF-C83F-4958-979A-473F3185E977}" type="pres">
      <dgm:prSet presAssocID="{93E089C4-FE81-409C-9E63-178969ED8DED}" presName="sp" presStyleCnt="0"/>
      <dgm:spPr/>
    </dgm:pt>
    <dgm:pt modelId="{904F3293-5AE0-497D-9A2F-81B3514E1DAA}" type="pres">
      <dgm:prSet presAssocID="{A2868EEB-2106-41D2-9CAA-23B802F3628E}" presName="linNode" presStyleCnt="0"/>
      <dgm:spPr/>
    </dgm:pt>
    <dgm:pt modelId="{1565C43A-C6E1-4D55-BE9E-E6FB7F9EF95E}" type="pres">
      <dgm:prSet presAssocID="{A2868EEB-2106-41D2-9CAA-23B802F3628E}" presName="parentText" presStyleLbl="node1" presStyleIdx="3" presStyleCnt="8" custScaleX="24570">
        <dgm:presLayoutVars>
          <dgm:chMax val="1"/>
          <dgm:bulletEnabled val="1"/>
        </dgm:presLayoutVars>
      </dgm:prSet>
      <dgm:spPr>
        <a:xfrm>
          <a:off x="523466" y="2428792"/>
          <a:ext cx="1338207" cy="578238"/>
        </a:xfrm>
        <a:prstGeom prst="roundRect">
          <a:avLst/>
        </a:prstGeom>
      </dgm:spPr>
    </dgm:pt>
    <dgm:pt modelId="{C273201C-C54F-402D-A78F-F9A831FB8D94}" type="pres">
      <dgm:prSet presAssocID="{A2868EEB-2106-41D2-9CAA-23B802F3628E}" presName="descendantText" presStyleLbl="alignAccFollowNode1" presStyleIdx="3" presStyleCnt="8" custScaleX="125110">
        <dgm:presLayoutVars>
          <dgm:bulletEnabled val="1"/>
        </dgm:presLayoutVars>
      </dgm:prSet>
      <dgm:spPr>
        <a:xfrm rot="5400000">
          <a:off x="3360549" y="-541726"/>
          <a:ext cx="462590" cy="5304977"/>
        </a:xfrm>
        <a:prstGeom prst="round2SameRect">
          <a:avLst/>
        </a:prstGeom>
      </dgm:spPr>
    </dgm:pt>
    <dgm:pt modelId="{CBAD83B6-D6DB-446B-B4D2-C4E7C1C11633}" type="pres">
      <dgm:prSet presAssocID="{9D733EB3-E204-4D0B-8B8A-DB5BA897D081}" presName="sp" presStyleCnt="0"/>
      <dgm:spPr/>
    </dgm:pt>
    <dgm:pt modelId="{2DE1FFD5-A236-4D13-B701-B1E8AA5BBE96}" type="pres">
      <dgm:prSet presAssocID="{9DCE91D3-BD88-47B9-B149-48FAC8F8995D}" presName="linNode" presStyleCnt="0"/>
      <dgm:spPr/>
    </dgm:pt>
    <dgm:pt modelId="{0FE8B3E4-0354-400A-B940-60E0BC183555}" type="pres">
      <dgm:prSet presAssocID="{9DCE91D3-BD88-47B9-B149-48FAC8F8995D}" presName="parentText" presStyleLbl="node1" presStyleIdx="4" presStyleCnt="8" custScaleX="24570">
        <dgm:presLayoutVars>
          <dgm:chMax val="1"/>
          <dgm:bulletEnabled val="1"/>
        </dgm:presLayoutVars>
      </dgm:prSet>
      <dgm:spPr>
        <a:xfrm>
          <a:off x="523466" y="3035943"/>
          <a:ext cx="1338207" cy="578238"/>
        </a:xfrm>
        <a:prstGeom prst="roundRect">
          <a:avLst/>
        </a:prstGeom>
      </dgm:spPr>
    </dgm:pt>
    <dgm:pt modelId="{9329CE25-B2F6-4010-B9B5-7EAAFC658CA4}" type="pres">
      <dgm:prSet presAssocID="{9DCE91D3-BD88-47B9-B149-48FAC8F8995D}" presName="descendantText" presStyleLbl="alignAccFollowNode1" presStyleIdx="4" presStyleCnt="8" custScaleX="125110">
        <dgm:presLayoutVars>
          <dgm:bulletEnabled val="1"/>
        </dgm:presLayoutVars>
      </dgm:prSet>
      <dgm:spPr>
        <a:xfrm rot="5400000">
          <a:off x="3750503" y="1204937"/>
          <a:ext cx="462590" cy="4240250"/>
        </a:xfrm>
        <a:prstGeom prst="round2SameRect">
          <a:avLst/>
        </a:prstGeom>
      </dgm:spPr>
    </dgm:pt>
    <dgm:pt modelId="{A243A6E1-B947-4D3A-B069-B4DE6F32318A}" type="pres">
      <dgm:prSet presAssocID="{21B3F5F2-514E-4CA3-9FAC-21FDF18C2E26}" presName="sp" presStyleCnt="0"/>
      <dgm:spPr/>
    </dgm:pt>
    <dgm:pt modelId="{DBE1B852-BE91-45C3-8EE8-9C7E6313A441}" type="pres">
      <dgm:prSet presAssocID="{B1339A63-7080-4EF6-8582-578C61FA51C9}" presName="linNode" presStyleCnt="0"/>
      <dgm:spPr/>
    </dgm:pt>
    <dgm:pt modelId="{EEFF1B65-15AF-429A-B27F-8438CB59B623}" type="pres">
      <dgm:prSet presAssocID="{B1339A63-7080-4EF6-8582-578C61FA51C9}" presName="parentText" presStyleLbl="node1" presStyleIdx="5" presStyleCnt="8" custScaleX="24570">
        <dgm:presLayoutVars>
          <dgm:chMax val="1"/>
          <dgm:bulletEnabled val="1"/>
        </dgm:presLayoutVars>
      </dgm:prSet>
      <dgm:spPr>
        <a:xfrm>
          <a:off x="523466" y="3643093"/>
          <a:ext cx="1338207" cy="578238"/>
        </a:xfrm>
        <a:prstGeom prst="roundRect">
          <a:avLst/>
        </a:prstGeom>
      </dgm:spPr>
    </dgm:pt>
    <dgm:pt modelId="{644154CA-5D4F-46E3-946B-B49D535FFE69}" type="pres">
      <dgm:prSet presAssocID="{B1339A63-7080-4EF6-8582-578C61FA51C9}" presName="descendantText" presStyleLbl="alignAccFollowNode1" presStyleIdx="5" presStyleCnt="8" custScaleX="125110">
        <dgm:presLayoutVars>
          <dgm:bulletEnabled val="1"/>
        </dgm:presLayoutVars>
      </dgm:prSet>
      <dgm:spPr>
        <a:xfrm rot="5400000">
          <a:off x="3750503" y="1812087"/>
          <a:ext cx="462590" cy="4240250"/>
        </a:xfrm>
        <a:prstGeom prst="round2SameRect">
          <a:avLst/>
        </a:prstGeom>
      </dgm:spPr>
    </dgm:pt>
    <dgm:pt modelId="{022C7B38-B90D-48BE-B035-842613661D12}" type="pres">
      <dgm:prSet presAssocID="{789FF8A8-0445-420C-92BC-6C76609E87C9}" presName="sp" presStyleCnt="0"/>
      <dgm:spPr/>
    </dgm:pt>
    <dgm:pt modelId="{76C1A62B-FE11-4D5C-A898-B405F97005C9}" type="pres">
      <dgm:prSet presAssocID="{73278E8E-A4C4-4670-BDA3-7A320E2935DE}" presName="linNode" presStyleCnt="0"/>
      <dgm:spPr/>
    </dgm:pt>
    <dgm:pt modelId="{A38D09B5-20FE-4B65-B487-80A7FF67BDEB}" type="pres">
      <dgm:prSet presAssocID="{73278E8E-A4C4-4670-BDA3-7A320E2935DE}" presName="parentText" presStyleLbl="node1" presStyleIdx="6" presStyleCnt="8" custScaleX="24570">
        <dgm:presLayoutVars>
          <dgm:chMax val="1"/>
          <dgm:bulletEnabled val="1"/>
        </dgm:presLayoutVars>
      </dgm:prSet>
      <dgm:spPr>
        <a:xfrm>
          <a:off x="523466" y="4250244"/>
          <a:ext cx="1338207" cy="578238"/>
        </a:xfrm>
        <a:prstGeom prst="roundRect">
          <a:avLst/>
        </a:prstGeom>
      </dgm:spPr>
    </dgm:pt>
    <dgm:pt modelId="{D127289C-55BB-49E9-B361-F89425276C48}" type="pres">
      <dgm:prSet presAssocID="{73278E8E-A4C4-4670-BDA3-7A320E2935DE}" presName="descendantText" presStyleLbl="alignAccFollowNode1" presStyleIdx="6" presStyleCnt="8" custScaleX="125110" custLinFactNeighborX="581">
        <dgm:presLayoutVars>
          <dgm:bulletEnabled val="1"/>
        </dgm:presLayoutVars>
      </dgm:prSet>
      <dgm:spPr>
        <a:xfrm rot="5400000">
          <a:off x="3750503" y="2419238"/>
          <a:ext cx="462590" cy="4240250"/>
        </a:xfrm>
        <a:prstGeom prst="round2SameRect">
          <a:avLst/>
        </a:prstGeom>
      </dgm:spPr>
    </dgm:pt>
    <dgm:pt modelId="{937190F1-CD69-4745-8F8D-A363F79A87F1}" type="pres">
      <dgm:prSet presAssocID="{539C659E-13F4-4A76-86D6-3D07E547A5B7}" presName="sp" presStyleCnt="0"/>
      <dgm:spPr/>
    </dgm:pt>
    <dgm:pt modelId="{9D67AD5E-38CF-4393-BA21-BFC6371D7AE8}" type="pres">
      <dgm:prSet presAssocID="{C714E617-5CE3-400E-B7D9-88B6752E8989}" presName="linNode" presStyleCnt="0"/>
      <dgm:spPr/>
    </dgm:pt>
    <dgm:pt modelId="{C1D1E351-4BA4-4935-AEF0-66092CFDCDC6}" type="pres">
      <dgm:prSet presAssocID="{C714E617-5CE3-400E-B7D9-88B6752E8989}" presName="parentText" presStyleLbl="node1" presStyleIdx="7" presStyleCnt="8" custScaleX="24570">
        <dgm:presLayoutVars>
          <dgm:chMax val="1"/>
          <dgm:bulletEnabled val="1"/>
        </dgm:presLayoutVars>
      </dgm:prSet>
      <dgm:spPr>
        <a:prstGeom prst="roundRect">
          <a:avLst/>
        </a:prstGeom>
      </dgm:spPr>
    </dgm:pt>
    <dgm:pt modelId="{519A0F10-8DB0-434D-81DD-2B53335586CC}" type="pres">
      <dgm:prSet presAssocID="{C714E617-5CE3-400E-B7D9-88B6752E8989}" presName="descendantText" presStyleLbl="alignAccFollowNode1" presStyleIdx="7" presStyleCnt="8" custScaleX="125764">
        <dgm:presLayoutVars>
          <dgm:bulletEnabled val="1"/>
        </dgm:presLayoutVars>
      </dgm:prSet>
      <dgm:spPr>
        <a:xfrm rot="5400000">
          <a:off x="2842051" y="2419238"/>
          <a:ext cx="462590" cy="4240250"/>
        </a:xfrm>
        <a:prstGeom prst="round2SameRect">
          <a:avLst/>
        </a:prstGeom>
      </dgm:spPr>
    </dgm:pt>
  </dgm:ptLst>
  <dgm:cxnLst>
    <dgm:cxn modelId="{781F3801-9419-4814-A77B-1C5530321508}" type="presOf" srcId="{AC705202-7E99-4A6A-862F-AA92173956BC}" destId="{519A0F10-8DB0-434D-81DD-2B53335586CC}" srcOrd="0" destOrd="0" presId="urn:microsoft.com/office/officeart/2005/8/layout/vList5"/>
    <dgm:cxn modelId="{524E4B04-E0CF-4E6A-A9F0-93C6E21A0AAB}" srcId="{A2868EEB-2106-41D2-9CAA-23B802F3628E}" destId="{99D6E3D2-F108-46EB-9217-F9CE6987CBCC}" srcOrd="0" destOrd="0" parTransId="{6F64E2ED-9566-4E53-998C-DBD300B82BA1}" sibTransId="{9DACCF1E-3B25-4E2D-B5D8-5A5929104F42}"/>
    <dgm:cxn modelId="{D0EA8609-0371-4EA6-8994-0E528E666B43}" srcId="{3F89BB5E-6274-46B3-9D60-9E20BD3530AD}" destId="{908FCCE2-45B5-4D24-AE9F-3DEE01BD9D49}" srcOrd="0" destOrd="0" parTransId="{DBD50C5C-4D0F-4FE8-B12B-B34D7E2F7FA7}" sibTransId="{8E75D728-8917-4A44-9324-DA5960767995}"/>
    <dgm:cxn modelId="{FD3E2E13-3C57-4AC9-A636-986D371E975F}" type="presOf" srcId="{908FCCE2-45B5-4D24-AE9F-3DEE01BD9D49}" destId="{B6FC2166-1C53-4A70-BF25-C7828AE5921C}" srcOrd="0" destOrd="0" presId="urn:microsoft.com/office/officeart/2005/8/layout/vList5"/>
    <dgm:cxn modelId="{F124052B-6A16-47BB-B568-60FD6E7956EB}" srcId="{E7322797-FB2B-49B4-B983-766D172EE160}" destId="{9DCE91D3-BD88-47B9-B149-48FAC8F8995D}" srcOrd="4" destOrd="0" parTransId="{1774DDD2-2387-4001-9711-CF293EBFD78F}" sibTransId="{21B3F5F2-514E-4CA3-9FAC-21FDF18C2E26}"/>
    <dgm:cxn modelId="{FD0C7630-BCF0-401D-8969-CD56198A8241}" srcId="{20DC5077-CD8B-46FD-89F6-CB7EC77CD56A}" destId="{A7C5F983-2F98-4965-9CC7-D69AC20306E5}" srcOrd="0" destOrd="0" parTransId="{A1BBEADC-1204-4862-AA84-A87A763DFCB3}" sibTransId="{AA433E0D-3987-46F9-B862-EA9850AB351E}"/>
    <dgm:cxn modelId="{45A9AA39-C2C3-4688-8DAF-5D1FDF3C74D0}" srcId="{E7322797-FB2B-49B4-B983-766D172EE160}" destId="{20DC5077-CD8B-46FD-89F6-CB7EC77CD56A}" srcOrd="1" destOrd="0" parTransId="{00769546-55D4-4F6D-859D-C2C079A13C28}" sibTransId="{1CEDA580-456F-4F9B-9F0E-442434E599CF}"/>
    <dgm:cxn modelId="{B9FD7F5F-3878-4F0E-89A6-507DEADB9B2F}" type="presOf" srcId="{B1339A63-7080-4EF6-8582-578C61FA51C9}" destId="{EEFF1B65-15AF-429A-B27F-8438CB59B623}" srcOrd="0" destOrd="0" presId="urn:microsoft.com/office/officeart/2005/8/layout/vList5"/>
    <dgm:cxn modelId="{43375967-70C5-450D-9525-2F9062097E5F}" type="presOf" srcId="{E7322797-FB2B-49B4-B983-766D172EE160}" destId="{03E6A4DD-9C9F-49E0-B243-38B4BA97FDB6}" srcOrd="0" destOrd="0" presId="urn:microsoft.com/office/officeart/2005/8/layout/vList5"/>
    <dgm:cxn modelId="{1A08F749-8B54-4B2B-8A8D-82D41C8AD154}" type="presOf" srcId="{73278E8E-A4C4-4670-BDA3-7A320E2935DE}" destId="{A38D09B5-20FE-4B65-B487-80A7FF67BDEB}" srcOrd="0" destOrd="0" presId="urn:microsoft.com/office/officeart/2005/8/layout/vList5"/>
    <dgm:cxn modelId="{8768366F-DBE7-4E3A-B65F-27616297E665}" type="presOf" srcId="{A2868EEB-2106-41D2-9CAA-23B802F3628E}" destId="{1565C43A-C6E1-4D55-BE9E-E6FB7F9EF95E}" srcOrd="0" destOrd="0" presId="urn:microsoft.com/office/officeart/2005/8/layout/vList5"/>
    <dgm:cxn modelId="{13892155-3461-4E08-96CD-818B4F7F8B72}" type="presOf" srcId="{9DCE91D3-BD88-47B9-B149-48FAC8F8995D}" destId="{0FE8B3E4-0354-400A-B940-60E0BC183555}" srcOrd="0" destOrd="0" presId="urn:microsoft.com/office/officeart/2005/8/layout/vList5"/>
    <dgm:cxn modelId="{A4669575-A848-42EF-AAD9-9E9F0F9C617E}" srcId="{C714E617-5CE3-400E-B7D9-88B6752E8989}" destId="{AC705202-7E99-4A6A-862F-AA92173956BC}" srcOrd="0" destOrd="0" parTransId="{4F22ABAB-1CEC-4328-A56D-454258986581}" sibTransId="{D24568CA-6D39-4577-A179-E7E4F1F561AD}"/>
    <dgm:cxn modelId="{47975B78-6A5F-4DC0-98E6-2F06A7A23A41}" type="presOf" srcId="{8337778C-AF63-4B22-9C45-07ADE1010D9C}" destId="{644154CA-5D4F-46E3-946B-B49D535FFE69}" srcOrd="0" destOrd="0" presId="urn:microsoft.com/office/officeart/2005/8/layout/vList5"/>
    <dgm:cxn modelId="{DCAB6778-FECC-4399-935F-5322952C8329}" type="presOf" srcId="{C714E617-5CE3-400E-B7D9-88B6752E8989}" destId="{C1D1E351-4BA4-4935-AEF0-66092CFDCDC6}" srcOrd="0" destOrd="0" presId="urn:microsoft.com/office/officeart/2005/8/layout/vList5"/>
    <dgm:cxn modelId="{E33D7358-C5B8-4545-B90D-962DFA823BA5}" srcId="{73278E8E-A4C4-4670-BDA3-7A320E2935DE}" destId="{CC247DDB-F7E5-4183-BD94-C7F0399DEE7F}" srcOrd="0" destOrd="0" parTransId="{C1054840-09AE-4BCB-98FF-91D4A0D23C1B}" sibTransId="{6F5EEB89-538F-4C43-84F2-2AEEE1071A32}"/>
    <dgm:cxn modelId="{1B7AE05A-8C63-4391-82B0-D74E01A0CCB9}" type="presOf" srcId="{3E5E4154-E6F0-408C-8CAD-E2A89A9ECD08}" destId="{3DCF53B2-4ACD-4C42-BDF2-FE42D4F8035E}" srcOrd="0" destOrd="0" presId="urn:microsoft.com/office/officeart/2005/8/layout/vList5"/>
    <dgm:cxn modelId="{B1E7FB7A-EB5B-4BB5-B982-3FD0A22D9B3B}" type="presOf" srcId="{EA4EB662-ADE3-40CA-B4AB-B5043BECEB7E}" destId="{B424C359-18DB-403F-A337-9048DA4C2677}" srcOrd="0" destOrd="0" presId="urn:microsoft.com/office/officeart/2005/8/layout/vList5"/>
    <dgm:cxn modelId="{7B584191-8DF1-4510-B870-6425FEE75870}" srcId="{E7322797-FB2B-49B4-B983-766D172EE160}" destId="{C714E617-5CE3-400E-B7D9-88B6752E8989}" srcOrd="7" destOrd="0" parTransId="{D63624E3-6853-44FA-81FE-0786B422ACBD}" sibTransId="{51CDF0E2-BDBD-48A4-94DF-CF9748221975}"/>
    <dgm:cxn modelId="{B43D9491-A519-4AF1-A425-66D1E1DBBC5F}" srcId="{E7322797-FB2B-49B4-B983-766D172EE160}" destId="{A2868EEB-2106-41D2-9CAA-23B802F3628E}" srcOrd="3" destOrd="0" parTransId="{0A1BEDCF-16C6-412E-BEAC-0AE51CC76420}" sibTransId="{9D733EB3-E204-4D0B-8B8A-DB5BA897D081}"/>
    <dgm:cxn modelId="{85A91E93-B0AF-4A30-B66D-555EC00C19BA}" srcId="{9DCE91D3-BD88-47B9-B149-48FAC8F8995D}" destId="{D15EB9F0-6039-43E8-B6B7-3836E12B6DB3}" srcOrd="0" destOrd="0" parTransId="{6C604ADF-1CEA-4555-901C-167411FBDDF7}" sibTransId="{B6297801-FBF0-400A-BCA7-F85CC5638C73}"/>
    <dgm:cxn modelId="{99D95FA5-2ED4-493B-843B-BC6152EC57BD}" srcId="{3E5E4154-E6F0-408C-8CAD-E2A89A9ECD08}" destId="{EA4EB662-ADE3-40CA-B4AB-B5043BECEB7E}" srcOrd="0" destOrd="0" parTransId="{355C0454-5D7D-42C8-9803-B6238909BA7D}" sibTransId="{60E067BE-F3C9-4E74-A7E1-23F63943F449}"/>
    <dgm:cxn modelId="{B0A82BA7-C5E8-4807-A276-7A3CD21D1E2A}" type="presOf" srcId="{D15EB9F0-6039-43E8-B6B7-3836E12B6DB3}" destId="{9329CE25-B2F6-4010-B9B5-7EAAFC658CA4}" srcOrd="0" destOrd="0" presId="urn:microsoft.com/office/officeart/2005/8/layout/vList5"/>
    <dgm:cxn modelId="{C34190A8-F799-40B9-9EC6-7709969BCF87}" type="presOf" srcId="{99D6E3D2-F108-46EB-9217-F9CE6987CBCC}" destId="{C273201C-C54F-402D-A78F-F9A831FB8D94}" srcOrd="0" destOrd="0" presId="urn:microsoft.com/office/officeart/2005/8/layout/vList5"/>
    <dgm:cxn modelId="{48B2AFA8-34C2-47C9-9990-EEE5A7262C17}" type="presOf" srcId="{20DC5077-CD8B-46FD-89F6-CB7EC77CD56A}" destId="{DB638EA7-E480-42B4-819F-149B1F05971C}" srcOrd="0" destOrd="0" presId="urn:microsoft.com/office/officeart/2005/8/layout/vList5"/>
    <dgm:cxn modelId="{AA5A68B4-C058-48AE-B58A-B10097DB824E}" type="presOf" srcId="{3F89BB5E-6274-46B3-9D60-9E20BD3530AD}" destId="{B14F474E-D99E-48B0-BE78-905393DD1838}" srcOrd="0" destOrd="0" presId="urn:microsoft.com/office/officeart/2005/8/layout/vList5"/>
    <dgm:cxn modelId="{60C01FBA-4112-4761-9362-FD2783709BCE}" srcId="{E7322797-FB2B-49B4-B983-766D172EE160}" destId="{3E5E4154-E6F0-408C-8CAD-E2A89A9ECD08}" srcOrd="2" destOrd="0" parTransId="{24D73C5C-121C-4677-9199-DFAFDA8C3CA7}" sibTransId="{93E089C4-FE81-409C-9E63-178969ED8DED}"/>
    <dgm:cxn modelId="{8263EEBB-3CFF-4A1C-AE7F-1115E842FABD}" srcId="{B1339A63-7080-4EF6-8582-578C61FA51C9}" destId="{8337778C-AF63-4B22-9C45-07ADE1010D9C}" srcOrd="0" destOrd="0" parTransId="{8F3E10D6-3126-427E-B9DC-513256479555}" sibTransId="{2DCAA63E-E3F2-4005-9D88-A8A4EBE9EDF3}"/>
    <dgm:cxn modelId="{24A3AEC7-4896-4DA6-AF73-4C6CCEC3FA12}" srcId="{E7322797-FB2B-49B4-B983-766D172EE160}" destId="{73278E8E-A4C4-4670-BDA3-7A320E2935DE}" srcOrd="6" destOrd="0" parTransId="{76E817B3-7E2E-49DC-A84F-41FC83AD71AD}" sibTransId="{539C659E-13F4-4A76-86D6-3D07E547A5B7}"/>
    <dgm:cxn modelId="{2DDBE1CB-B476-4242-BDF6-AC17021C0C89}" srcId="{E7322797-FB2B-49B4-B983-766D172EE160}" destId="{3F89BB5E-6274-46B3-9D60-9E20BD3530AD}" srcOrd="0" destOrd="0" parTransId="{567EEACD-0AC0-40F3-A1E7-75830EE41771}" sibTransId="{7558D5EC-6CB9-4F23-B330-637A9136E20C}"/>
    <dgm:cxn modelId="{3538F1D8-5E57-4AC3-B4FA-D7BBAA2DAC69}" srcId="{E7322797-FB2B-49B4-B983-766D172EE160}" destId="{B1339A63-7080-4EF6-8582-578C61FA51C9}" srcOrd="5" destOrd="0" parTransId="{1F514F11-546A-4367-A61B-D0DE380F51BE}" sibTransId="{789FF8A8-0445-420C-92BC-6C76609E87C9}"/>
    <dgm:cxn modelId="{3816A9EB-1883-4757-B1F0-EC825EC77C0D}" type="presOf" srcId="{A7C5F983-2F98-4965-9CC7-D69AC20306E5}" destId="{E623E634-59FD-4626-AA90-0F0BB3471B68}" srcOrd="0" destOrd="0" presId="urn:microsoft.com/office/officeart/2005/8/layout/vList5"/>
    <dgm:cxn modelId="{8C9824F5-7E7C-4847-A80C-96CB6BCDC55B}" type="presOf" srcId="{CC247DDB-F7E5-4183-BD94-C7F0399DEE7F}" destId="{D127289C-55BB-49E9-B361-F89425276C48}" srcOrd="0" destOrd="0" presId="urn:microsoft.com/office/officeart/2005/8/layout/vList5"/>
    <dgm:cxn modelId="{692418B9-9F5E-4D56-9EDC-3844F90AD85A}" type="presParOf" srcId="{03E6A4DD-9C9F-49E0-B243-38B4BA97FDB6}" destId="{1F002E57-F180-41EA-B0AB-9303FC58D51B}" srcOrd="0" destOrd="0" presId="urn:microsoft.com/office/officeart/2005/8/layout/vList5"/>
    <dgm:cxn modelId="{9DF3C7CF-0DFA-430C-85BB-4D368EF5BE87}" type="presParOf" srcId="{1F002E57-F180-41EA-B0AB-9303FC58D51B}" destId="{B14F474E-D99E-48B0-BE78-905393DD1838}" srcOrd="0" destOrd="0" presId="urn:microsoft.com/office/officeart/2005/8/layout/vList5"/>
    <dgm:cxn modelId="{F3024812-AA33-4436-9D25-7683A4C6559A}" type="presParOf" srcId="{1F002E57-F180-41EA-B0AB-9303FC58D51B}" destId="{B6FC2166-1C53-4A70-BF25-C7828AE5921C}" srcOrd="1" destOrd="0" presId="urn:microsoft.com/office/officeart/2005/8/layout/vList5"/>
    <dgm:cxn modelId="{0FF38752-0879-4A74-878A-73DE553174B4}" type="presParOf" srcId="{03E6A4DD-9C9F-49E0-B243-38B4BA97FDB6}" destId="{3F84297F-4CDF-44BA-807D-FA731FBEF253}" srcOrd="1" destOrd="0" presId="urn:microsoft.com/office/officeart/2005/8/layout/vList5"/>
    <dgm:cxn modelId="{50179658-3B29-42E0-B110-66AC8FE8F8F6}" type="presParOf" srcId="{03E6A4DD-9C9F-49E0-B243-38B4BA97FDB6}" destId="{E53D67CA-CAE1-49B7-8D3E-532E2C1CA7F3}" srcOrd="2" destOrd="0" presId="urn:microsoft.com/office/officeart/2005/8/layout/vList5"/>
    <dgm:cxn modelId="{10B85DAF-526D-4A3D-AB43-03EEDA821249}" type="presParOf" srcId="{E53D67CA-CAE1-49B7-8D3E-532E2C1CA7F3}" destId="{DB638EA7-E480-42B4-819F-149B1F05971C}" srcOrd="0" destOrd="0" presId="urn:microsoft.com/office/officeart/2005/8/layout/vList5"/>
    <dgm:cxn modelId="{49B261EB-3E03-4343-B20D-496C4B76C35C}" type="presParOf" srcId="{E53D67CA-CAE1-49B7-8D3E-532E2C1CA7F3}" destId="{E623E634-59FD-4626-AA90-0F0BB3471B68}" srcOrd="1" destOrd="0" presId="urn:microsoft.com/office/officeart/2005/8/layout/vList5"/>
    <dgm:cxn modelId="{34526D15-C032-462D-9BF2-A9580BE42175}" type="presParOf" srcId="{03E6A4DD-9C9F-49E0-B243-38B4BA97FDB6}" destId="{5D22D13F-B9E0-459A-8953-569B96448650}" srcOrd="3" destOrd="0" presId="urn:microsoft.com/office/officeart/2005/8/layout/vList5"/>
    <dgm:cxn modelId="{93278116-5ED7-491F-B730-4DEF3D7EEDFC}" type="presParOf" srcId="{03E6A4DD-9C9F-49E0-B243-38B4BA97FDB6}" destId="{D225D836-FC24-4F2C-880B-64C608290B35}" srcOrd="4" destOrd="0" presId="urn:microsoft.com/office/officeart/2005/8/layout/vList5"/>
    <dgm:cxn modelId="{D074B27B-E1AE-4B58-89D2-0DEAEC27655C}" type="presParOf" srcId="{D225D836-FC24-4F2C-880B-64C608290B35}" destId="{3DCF53B2-4ACD-4C42-BDF2-FE42D4F8035E}" srcOrd="0" destOrd="0" presId="urn:microsoft.com/office/officeart/2005/8/layout/vList5"/>
    <dgm:cxn modelId="{E2D9471E-22A8-499B-BD01-AC124DA5583E}" type="presParOf" srcId="{D225D836-FC24-4F2C-880B-64C608290B35}" destId="{B424C359-18DB-403F-A337-9048DA4C2677}" srcOrd="1" destOrd="0" presId="urn:microsoft.com/office/officeart/2005/8/layout/vList5"/>
    <dgm:cxn modelId="{0BAFA4F0-98EB-494B-8696-570BA95B7797}" type="presParOf" srcId="{03E6A4DD-9C9F-49E0-B243-38B4BA97FDB6}" destId="{A924E9DF-C83F-4958-979A-473F3185E977}" srcOrd="5" destOrd="0" presId="urn:microsoft.com/office/officeart/2005/8/layout/vList5"/>
    <dgm:cxn modelId="{438B7CF4-9565-4971-9B85-45F25FE91BBE}" type="presParOf" srcId="{03E6A4DD-9C9F-49E0-B243-38B4BA97FDB6}" destId="{904F3293-5AE0-497D-9A2F-81B3514E1DAA}" srcOrd="6" destOrd="0" presId="urn:microsoft.com/office/officeart/2005/8/layout/vList5"/>
    <dgm:cxn modelId="{4E1AA0E9-4FEE-49CE-8651-D53F9FB7D4BD}" type="presParOf" srcId="{904F3293-5AE0-497D-9A2F-81B3514E1DAA}" destId="{1565C43A-C6E1-4D55-BE9E-E6FB7F9EF95E}" srcOrd="0" destOrd="0" presId="urn:microsoft.com/office/officeart/2005/8/layout/vList5"/>
    <dgm:cxn modelId="{B5048B67-B0A1-4476-AC7D-20C150C5B842}" type="presParOf" srcId="{904F3293-5AE0-497D-9A2F-81B3514E1DAA}" destId="{C273201C-C54F-402D-A78F-F9A831FB8D94}" srcOrd="1" destOrd="0" presId="urn:microsoft.com/office/officeart/2005/8/layout/vList5"/>
    <dgm:cxn modelId="{59EFDEBC-0FCB-4C3C-BDAB-A186088CCA5F}" type="presParOf" srcId="{03E6A4DD-9C9F-49E0-B243-38B4BA97FDB6}" destId="{CBAD83B6-D6DB-446B-B4D2-C4E7C1C11633}" srcOrd="7" destOrd="0" presId="urn:microsoft.com/office/officeart/2005/8/layout/vList5"/>
    <dgm:cxn modelId="{2B53652D-4C56-4EDD-9FF1-9075A20BC74B}" type="presParOf" srcId="{03E6A4DD-9C9F-49E0-B243-38B4BA97FDB6}" destId="{2DE1FFD5-A236-4D13-B701-B1E8AA5BBE96}" srcOrd="8" destOrd="0" presId="urn:microsoft.com/office/officeart/2005/8/layout/vList5"/>
    <dgm:cxn modelId="{FF7FA116-3F27-4840-9FAF-607328F2AA2C}" type="presParOf" srcId="{2DE1FFD5-A236-4D13-B701-B1E8AA5BBE96}" destId="{0FE8B3E4-0354-400A-B940-60E0BC183555}" srcOrd="0" destOrd="0" presId="urn:microsoft.com/office/officeart/2005/8/layout/vList5"/>
    <dgm:cxn modelId="{D19802E1-214F-4687-A6C8-4206051ADA67}" type="presParOf" srcId="{2DE1FFD5-A236-4D13-B701-B1E8AA5BBE96}" destId="{9329CE25-B2F6-4010-B9B5-7EAAFC658CA4}" srcOrd="1" destOrd="0" presId="urn:microsoft.com/office/officeart/2005/8/layout/vList5"/>
    <dgm:cxn modelId="{D60592BF-1CC9-4C03-B60D-55F1665E4295}" type="presParOf" srcId="{03E6A4DD-9C9F-49E0-B243-38B4BA97FDB6}" destId="{A243A6E1-B947-4D3A-B069-B4DE6F32318A}" srcOrd="9" destOrd="0" presId="urn:microsoft.com/office/officeart/2005/8/layout/vList5"/>
    <dgm:cxn modelId="{318106B8-0986-4EDF-9800-E7947D9AF4B3}" type="presParOf" srcId="{03E6A4DD-9C9F-49E0-B243-38B4BA97FDB6}" destId="{DBE1B852-BE91-45C3-8EE8-9C7E6313A441}" srcOrd="10" destOrd="0" presId="urn:microsoft.com/office/officeart/2005/8/layout/vList5"/>
    <dgm:cxn modelId="{469A93B4-BCC8-4454-9F35-B0DB4052670E}" type="presParOf" srcId="{DBE1B852-BE91-45C3-8EE8-9C7E6313A441}" destId="{EEFF1B65-15AF-429A-B27F-8438CB59B623}" srcOrd="0" destOrd="0" presId="urn:microsoft.com/office/officeart/2005/8/layout/vList5"/>
    <dgm:cxn modelId="{F3269108-E982-4C3B-92C8-C6B7A8F4DB3A}" type="presParOf" srcId="{DBE1B852-BE91-45C3-8EE8-9C7E6313A441}" destId="{644154CA-5D4F-46E3-946B-B49D535FFE69}" srcOrd="1" destOrd="0" presId="urn:microsoft.com/office/officeart/2005/8/layout/vList5"/>
    <dgm:cxn modelId="{DE72B86C-9542-4FDB-B1BD-4BAA64A245B2}" type="presParOf" srcId="{03E6A4DD-9C9F-49E0-B243-38B4BA97FDB6}" destId="{022C7B38-B90D-48BE-B035-842613661D12}" srcOrd="11" destOrd="0" presId="urn:microsoft.com/office/officeart/2005/8/layout/vList5"/>
    <dgm:cxn modelId="{E7652212-618F-40F9-A1F5-61A0D3FD27E6}" type="presParOf" srcId="{03E6A4DD-9C9F-49E0-B243-38B4BA97FDB6}" destId="{76C1A62B-FE11-4D5C-A898-B405F97005C9}" srcOrd="12" destOrd="0" presId="urn:microsoft.com/office/officeart/2005/8/layout/vList5"/>
    <dgm:cxn modelId="{996FCF8B-53CD-40D7-ACD1-FCCC01BC8EA5}" type="presParOf" srcId="{76C1A62B-FE11-4D5C-A898-B405F97005C9}" destId="{A38D09B5-20FE-4B65-B487-80A7FF67BDEB}" srcOrd="0" destOrd="0" presId="urn:microsoft.com/office/officeart/2005/8/layout/vList5"/>
    <dgm:cxn modelId="{5DFD50EB-3C29-4765-961E-5B58512ACF73}" type="presParOf" srcId="{76C1A62B-FE11-4D5C-A898-B405F97005C9}" destId="{D127289C-55BB-49E9-B361-F89425276C48}" srcOrd="1" destOrd="0" presId="urn:microsoft.com/office/officeart/2005/8/layout/vList5"/>
    <dgm:cxn modelId="{0D867897-67F7-4312-8CDB-A6ADA91DF9E1}" type="presParOf" srcId="{03E6A4DD-9C9F-49E0-B243-38B4BA97FDB6}" destId="{937190F1-CD69-4745-8F8D-A363F79A87F1}" srcOrd="13" destOrd="0" presId="urn:microsoft.com/office/officeart/2005/8/layout/vList5"/>
    <dgm:cxn modelId="{1CB6E433-C112-478C-917A-83039D77ED9D}" type="presParOf" srcId="{03E6A4DD-9C9F-49E0-B243-38B4BA97FDB6}" destId="{9D67AD5E-38CF-4393-BA21-BFC6371D7AE8}" srcOrd="14" destOrd="0" presId="urn:microsoft.com/office/officeart/2005/8/layout/vList5"/>
    <dgm:cxn modelId="{49B22876-36EC-4EA7-ACEA-5C193319A5F8}" type="presParOf" srcId="{9D67AD5E-38CF-4393-BA21-BFC6371D7AE8}" destId="{C1D1E351-4BA4-4935-AEF0-66092CFDCDC6}" srcOrd="0" destOrd="0" presId="urn:microsoft.com/office/officeart/2005/8/layout/vList5"/>
    <dgm:cxn modelId="{E66A93C0-0CF5-4921-AD72-C53B3D1F8E95}" type="presParOf" srcId="{9D67AD5E-38CF-4393-BA21-BFC6371D7AE8}" destId="{519A0F10-8DB0-434D-81DD-2B53335586C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7322797-FB2B-49B4-B983-766D172EE160}" type="doc">
      <dgm:prSet loTypeId="urn:microsoft.com/office/officeart/2005/8/layout/vList5" loCatId="list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zh-CN" altLang="en-US"/>
        </a:p>
      </dgm:t>
    </dgm:pt>
    <dgm:pt modelId="{3F89BB5E-6274-46B3-9D60-9E20BD3530AD}">
      <dgm:prSet phldrT="[文本]" custT="1"/>
      <dgm:spPr>
        <a:xfrm>
          <a:off x="353326" y="19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567EEACD-0AC0-40F3-A1E7-75830EE41771}" cxnId="{2DDBE1CB-B476-4242-BDF6-AC17021C0C89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558D5EC-6CB9-4F23-B330-637A9136E20C}" cxnId="{2DDBE1CB-B476-4242-BDF6-AC17021C0C89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08FCCE2-45B5-4D24-AE9F-3DEE01BD9D49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BD50C5C-4D0F-4FE8-B12B-B34D7E2F7FA7}" cxnId="{D0EA8609-0371-4EA6-8994-0E528E666B43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E75D728-8917-4A44-9324-DA5960767995}" cxnId="{D0EA8609-0371-4EA6-8994-0E528E666B43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0DC5077-CD8B-46FD-89F6-CB7EC77CD56A}">
      <dgm:prSet phldrT="[文本]" custT="1"/>
      <dgm:spPr>
        <a:xfrm>
          <a:off x="353326" y="60734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0769546-55D4-4F6D-859D-C2C079A13C28}" cxnId="{45A9AA39-C2C3-4688-8DAF-5D1FDF3C74D0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1CEDA580-456F-4F9B-9F0E-442434E599CF}" cxnId="{45A9AA39-C2C3-4688-8DAF-5D1FDF3C74D0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7C5F983-2F98-4965-9CC7-D69AC20306E5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A1BBEADC-1204-4862-AA84-A87A763DFCB3}" cxnId="{FD0C7630-BCF0-401D-8969-CD56198A8241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A433E0D-3987-46F9-B862-EA9850AB351E}" cxnId="{FD0C7630-BCF0-401D-8969-CD56198A8241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3E5E4154-E6F0-408C-8CAD-E2A89A9ECD08}">
      <dgm:prSet phldrT="[文本]" custT="1"/>
      <dgm:spPr>
        <a:xfrm>
          <a:off x="353326" y="12144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24D73C5C-121C-4677-9199-DFAFDA8C3CA7}" cxnId="{60C01FBA-4112-4761-9362-FD2783709BCE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3E089C4-FE81-409C-9E63-178969ED8DED}" cxnId="{60C01FBA-4112-4761-9362-FD2783709BCE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C247DDB-F7E5-4183-BD94-C7F0399DEE7F}">
      <dgm:prSet phldrT="[文本]" custT="1"/>
      <dgm:spPr>
        <a:xfrm rot="5400000">
          <a:off x="3374406" y="1279724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C1054840-09AE-4BCB-98FF-91D4A0D23C1B}" cxnId="{E33D7358-C5B8-4545-B90D-962DFA823BA5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F5EEB89-538F-4C43-84F2-2AEEE1071A32}" cxnId="{E33D7358-C5B8-4545-B90D-962DFA823BA5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EA4EB662-ADE3-40CA-B4AB-B5043BECEB7E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355C0454-5D7D-42C8-9803-B6238909BA7D}" cxnId="{99D95FA5-2ED4-493B-843B-BC6152EC57B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0E067BE-F3C9-4E74-A7E1-23F63943F449}" cxnId="{99D95FA5-2ED4-493B-843B-BC6152EC57B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2868EEB-2106-41D2-9CAA-23B802F3628E}">
      <dgm:prSet phldrT="[文本]" custT="1"/>
      <dgm:spPr>
        <a:xfrm>
          <a:off x="353326" y="182164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A1BEDCF-16C6-412E-BEAC-0AE51CC76420}" cxnId="{B43D9491-A519-4AF1-A425-66D1E1DBBC5F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733EB3-E204-4D0B-8B8A-DB5BA897D081}" cxnId="{B43D9491-A519-4AF1-A425-66D1E1DBBC5F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9D6E3D2-F108-46EB-9217-F9CE6987CBCC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F64E2ED-9566-4E53-998C-DBD300B82BA1}" cxnId="{524E4B04-E0CF-4E6A-A9F0-93C6E21A0AAB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ACCF1E-3B25-4E2D-B5D8-5A5929104F42}" cxnId="{524E4B04-E0CF-4E6A-A9F0-93C6E21A0AAB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CE91D3-BD88-47B9-B149-48FAC8F8995D}">
      <dgm:prSet phldrT="[文本]" custT="1"/>
      <dgm:spPr>
        <a:xfrm>
          <a:off x="353326" y="24287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774DDD2-2387-4001-9711-CF293EBFD78F}" cxnId="{F124052B-6A16-47BB-B568-60FD6E7956EB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1B3F5F2-514E-4CA3-9FAC-21FDF18C2E26}" cxnId="{F124052B-6A16-47BB-B568-60FD6E7956EB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D15EB9F0-6039-43E8-B6B7-3836E12B6DB3}">
      <dgm:prSet phldrT="[文本]" custT="1"/>
      <dgm:spPr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C604ADF-1CEA-4555-901C-167411FBDDF7}" cxnId="{85A91E93-B0AF-4A30-B66D-555EC00C19BA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6297801-FBF0-400A-BCA7-F85CC5638C73}" cxnId="{85A91E93-B0AF-4A30-B66D-555EC00C19BA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1339A63-7080-4EF6-8582-578C61FA51C9}">
      <dgm:prSet phldrT="[文本]" custT="1"/>
      <dgm:spPr>
        <a:xfrm>
          <a:off x="353326" y="303594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F514F11-546A-4367-A61B-D0DE380F51BE}" cxnId="{3538F1D8-5E57-4AC3-B4FA-D7BBAA2DAC69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89FF8A8-0445-420C-92BC-6C76609E87C9}" cxnId="{3538F1D8-5E57-4AC3-B4FA-D7BBAA2DAC69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337778C-AF63-4B22-9C45-07ADE1010D9C}">
      <dgm:prSet phldrT="[文本]" custT="1"/>
      <dgm:spPr>
        <a:xfrm rot="5400000">
          <a:off x="3360549" y="672573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8F3E10D6-3126-427E-B9DC-513256479555}" cxnId="{8263EEBB-3CFF-4A1C-AE7F-1115E842FAB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DCAA63E-E3F2-4005-9D88-A8A4EBE9EDF3}" cxnId="{8263EEBB-3CFF-4A1C-AE7F-1115E842FAB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3278E8E-A4C4-4670-BDA3-7A320E2935DE}">
      <dgm:prSet phldrT="[文本]" custT="1"/>
      <dgm:spPr>
        <a:xfrm>
          <a:off x="353326" y="364309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76E817B3-7E2E-49DC-A84F-41FC83AD71AD}" cxnId="{24A3AEC7-4896-4DA6-AF73-4C6CCEC3FA12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539C659E-13F4-4A76-86D6-3D07E547A5B7}" cxnId="{24A3AEC7-4896-4DA6-AF73-4C6CCEC3FA12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714E617-5CE3-400E-B7D9-88B6752E8989}">
      <dgm:prSet phldrT="[文本]"/>
      <dgm:spPr>
        <a:xfrm>
          <a:off x="353326" y="4250244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63624E3-6853-44FA-81FE-0786B422ACBD}" cxnId="{7B584191-8DF1-4510-B870-6425FEE75870}" type="parTrans">
      <dgm:prSet/>
      <dgm:spPr/>
      <dgm:t>
        <a:bodyPr/>
        <a:lstStyle/>
        <a:p>
          <a:endParaRPr lang="zh-CN" altLang="en-US"/>
        </a:p>
      </dgm:t>
    </dgm:pt>
    <dgm:pt modelId="{51CDF0E2-BDBD-48A4-94DF-CF9748221975}" cxnId="{7B584191-8DF1-4510-B870-6425FEE75870}" type="sibTrans">
      <dgm:prSet/>
      <dgm:spPr/>
      <dgm:t>
        <a:bodyPr/>
        <a:lstStyle/>
        <a:p>
          <a:endParaRPr lang="zh-CN" altLang="en-US"/>
        </a:p>
      </dgm:t>
    </dgm:pt>
    <dgm:pt modelId="{AC705202-7E99-4A6A-862F-AA92173956BC}">
      <dgm:prSet custT="1"/>
      <dgm:spPr>
        <a:xfrm rot="5400000">
          <a:off x="3374414" y="1873009"/>
          <a:ext cx="462590" cy="5332708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4F22ABAB-1CEC-4328-A56D-454258986581}" cxnId="{A4669575-A848-42EF-AAD9-9E9F0F9C617E}" type="parTrans">
      <dgm:prSet/>
      <dgm:spPr/>
      <dgm:t>
        <a:bodyPr/>
        <a:lstStyle/>
        <a:p>
          <a:endParaRPr lang="zh-CN" altLang="en-US"/>
        </a:p>
      </dgm:t>
    </dgm:pt>
    <dgm:pt modelId="{D24568CA-6D39-4577-A179-E7E4F1F561AD}" cxnId="{A4669575-A848-42EF-AAD9-9E9F0F9C617E}" type="sibTrans">
      <dgm:prSet/>
      <dgm:spPr/>
      <dgm:t>
        <a:bodyPr/>
        <a:lstStyle/>
        <a:p>
          <a:endParaRPr lang="zh-CN" altLang="en-US"/>
        </a:p>
      </dgm:t>
    </dgm:pt>
    <dgm:pt modelId="{03E6A4DD-9C9F-49E0-B243-38B4BA97FDB6}" type="pres">
      <dgm:prSet presAssocID="{E7322797-FB2B-49B4-B983-766D172EE160}" presName="Name0" presStyleCnt="0">
        <dgm:presLayoutVars>
          <dgm:dir/>
          <dgm:animLvl val="lvl"/>
          <dgm:resizeHandles val="exact"/>
        </dgm:presLayoutVars>
      </dgm:prSet>
      <dgm:spPr/>
    </dgm:pt>
    <dgm:pt modelId="{1F002E57-F180-41EA-B0AB-9303FC58D51B}" type="pres">
      <dgm:prSet presAssocID="{3F89BB5E-6274-46B3-9D60-9E20BD3530AD}" presName="linNode" presStyleCnt="0"/>
      <dgm:spPr/>
    </dgm:pt>
    <dgm:pt modelId="{B14F474E-D99E-48B0-BE78-905393DD1838}" type="pres">
      <dgm:prSet presAssocID="{3F89BB5E-6274-46B3-9D60-9E20BD3530AD}" presName="parentText" presStyleLbl="node1" presStyleIdx="0" presStyleCnt="8" custScaleX="24570">
        <dgm:presLayoutVars>
          <dgm:chMax val="1"/>
          <dgm:bulletEnabled val="1"/>
        </dgm:presLayoutVars>
      </dgm:prSet>
      <dgm:spPr>
        <a:xfrm>
          <a:off x="523466" y="191"/>
          <a:ext cx="1338207" cy="578238"/>
        </a:xfrm>
        <a:prstGeom prst="roundRect">
          <a:avLst/>
        </a:prstGeom>
      </dgm:spPr>
    </dgm:pt>
    <dgm:pt modelId="{B6FC2166-1C53-4A70-BF25-C7828AE5921C}" type="pres">
      <dgm:prSet presAssocID="{3F89BB5E-6274-46B3-9D60-9E20BD3530AD}" presName="descendantText" presStyleLbl="alignAccFollowNode1" presStyleIdx="0" presStyleCnt="8" custScaleX="125110">
        <dgm:presLayoutVars>
          <dgm:bulletEnabled val="1"/>
        </dgm:presLayoutVars>
      </dgm:prSet>
      <dgm:spPr>
        <a:xfrm rot="5400000">
          <a:off x="3360549" y="-2363177"/>
          <a:ext cx="462590" cy="5304977"/>
        </a:xfrm>
        <a:prstGeom prst="round2SameRect">
          <a:avLst/>
        </a:prstGeom>
      </dgm:spPr>
    </dgm:pt>
    <dgm:pt modelId="{3F84297F-4CDF-44BA-807D-FA731FBEF253}" type="pres">
      <dgm:prSet presAssocID="{7558D5EC-6CB9-4F23-B330-637A9136E20C}" presName="sp" presStyleCnt="0"/>
      <dgm:spPr/>
    </dgm:pt>
    <dgm:pt modelId="{E53D67CA-CAE1-49B7-8D3E-532E2C1CA7F3}" type="pres">
      <dgm:prSet presAssocID="{20DC5077-CD8B-46FD-89F6-CB7EC77CD56A}" presName="linNode" presStyleCnt="0"/>
      <dgm:spPr/>
    </dgm:pt>
    <dgm:pt modelId="{DB638EA7-E480-42B4-819F-149B1F05971C}" type="pres">
      <dgm:prSet presAssocID="{20DC5077-CD8B-46FD-89F6-CB7EC77CD56A}" presName="parentText" presStyleLbl="node1" presStyleIdx="1" presStyleCnt="8" custScaleX="24570">
        <dgm:presLayoutVars>
          <dgm:chMax val="1"/>
          <dgm:bulletEnabled val="1"/>
        </dgm:presLayoutVars>
      </dgm:prSet>
      <dgm:spPr>
        <a:xfrm>
          <a:off x="523466" y="607341"/>
          <a:ext cx="1338207" cy="578238"/>
        </a:xfrm>
        <a:prstGeom prst="roundRect">
          <a:avLst/>
        </a:prstGeom>
      </dgm:spPr>
    </dgm:pt>
    <dgm:pt modelId="{E623E634-59FD-4626-AA90-0F0BB3471B68}" type="pres">
      <dgm:prSet presAssocID="{20DC5077-CD8B-46FD-89F6-CB7EC77CD56A}" presName="descendantText" presStyleLbl="alignAccFollowNode1" presStyleIdx="1" presStyleCnt="8" custScaleX="125110">
        <dgm:presLayoutVars>
          <dgm:bulletEnabled val="1"/>
        </dgm:presLayoutVars>
      </dgm:prSet>
      <dgm:spPr>
        <a:xfrm rot="5400000">
          <a:off x="3360549" y="-1756027"/>
          <a:ext cx="462590" cy="5304977"/>
        </a:xfrm>
        <a:prstGeom prst="round2SameRect">
          <a:avLst/>
        </a:prstGeom>
      </dgm:spPr>
    </dgm:pt>
    <dgm:pt modelId="{5D22D13F-B9E0-459A-8953-569B96448650}" type="pres">
      <dgm:prSet presAssocID="{1CEDA580-456F-4F9B-9F0E-442434E599CF}" presName="sp" presStyleCnt="0"/>
      <dgm:spPr/>
    </dgm:pt>
    <dgm:pt modelId="{D225D836-FC24-4F2C-880B-64C608290B35}" type="pres">
      <dgm:prSet presAssocID="{3E5E4154-E6F0-408C-8CAD-E2A89A9ECD08}" presName="linNode" presStyleCnt="0"/>
      <dgm:spPr/>
    </dgm:pt>
    <dgm:pt modelId="{3DCF53B2-4ACD-4C42-BDF2-FE42D4F8035E}" type="pres">
      <dgm:prSet presAssocID="{3E5E4154-E6F0-408C-8CAD-E2A89A9ECD08}" presName="parentText" presStyleLbl="node1" presStyleIdx="2" presStyleCnt="8" custScaleX="24570">
        <dgm:presLayoutVars>
          <dgm:chMax val="1"/>
          <dgm:bulletEnabled val="1"/>
        </dgm:presLayoutVars>
      </dgm:prSet>
      <dgm:spPr>
        <a:xfrm>
          <a:off x="523466" y="1821642"/>
          <a:ext cx="1338207" cy="578238"/>
        </a:xfrm>
        <a:prstGeom prst="roundRect">
          <a:avLst/>
        </a:prstGeom>
      </dgm:spPr>
    </dgm:pt>
    <dgm:pt modelId="{B424C359-18DB-403F-A337-9048DA4C2677}" type="pres">
      <dgm:prSet presAssocID="{3E5E4154-E6F0-408C-8CAD-E2A89A9ECD08}" presName="descendantText" presStyleLbl="alignAccFollowNode1" presStyleIdx="2" presStyleCnt="8" custScaleX="125110">
        <dgm:presLayoutVars>
          <dgm:bulletEnabled val="1"/>
        </dgm:presLayoutVars>
      </dgm:prSet>
      <dgm:spPr>
        <a:xfrm rot="5400000">
          <a:off x="3360549" y="-1148877"/>
          <a:ext cx="462590" cy="5304977"/>
        </a:xfrm>
        <a:prstGeom prst="round2SameRect">
          <a:avLst/>
        </a:prstGeom>
      </dgm:spPr>
    </dgm:pt>
    <dgm:pt modelId="{A924E9DF-C83F-4958-979A-473F3185E977}" type="pres">
      <dgm:prSet presAssocID="{93E089C4-FE81-409C-9E63-178969ED8DED}" presName="sp" presStyleCnt="0"/>
      <dgm:spPr/>
    </dgm:pt>
    <dgm:pt modelId="{904F3293-5AE0-497D-9A2F-81B3514E1DAA}" type="pres">
      <dgm:prSet presAssocID="{A2868EEB-2106-41D2-9CAA-23B802F3628E}" presName="linNode" presStyleCnt="0"/>
      <dgm:spPr/>
    </dgm:pt>
    <dgm:pt modelId="{1565C43A-C6E1-4D55-BE9E-E6FB7F9EF95E}" type="pres">
      <dgm:prSet presAssocID="{A2868EEB-2106-41D2-9CAA-23B802F3628E}" presName="parentText" presStyleLbl="node1" presStyleIdx="3" presStyleCnt="8" custScaleX="24570">
        <dgm:presLayoutVars>
          <dgm:chMax val="1"/>
          <dgm:bulletEnabled val="1"/>
        </dgm:presLayoutVars>
      </dgm:prSet>
      <dgm:spPr>
        <a:xfrm>
          <a:off x="523466" y="2428792"/>
          <a:ext cx="1338207" cy="578238"/>
        </a:xfrm>
        <a:prstGeom prst="roundRect">
          <a:avLst/>
        </a:prstGeom>
      </dgm:spPr>
    </dgm:pt>
    <dgm:pt modelId="{C273201C-C54F-402D-A78F-F9A831FB8D94}" type="pres">
      <dgm:prSet presAssocID="{A2868EEB-2106-41D2-9CAA-23B802F3628E}" presName="descendantText" presStyleLbl="alignAccFollowNode1" presStyleIdx="3" presStyleCnt="8" custScaleX="125110">
        <dgm:presLayoutVars>
          <dgm:bulletEnabled val="1"/>
        </dgm:presLayoutVars>
      </dgm:prSet>
      <dgm:spPr>
        <a:xfrm rot="5400000">
          <a:off x="3360549" y="-541726"/>
          <a:ext cx="462590" cy="5304977"/>
        </a:xfrm>
        <a:prstGeom prst="round2SameRect">
          <a:avLst/>
        </a:prstGeom>
      </dgm:spPr>
    </dgm:pt>
    <dgm:pt modelId="{CBAD83B6-D6DB-446B-B4D2-C4E7C1C11633}" type="pres">
      <dgm:prSet presAssocID="{9D733EB3-E204-4D0B-8B8A-DB5BA897D081}" presName="sp" presStyleCnt="0"/>
      <dgm:spPr/>
    </dgm:pt>
    <dgm:pt modelId="{2DE1FFD5-A236-4D13-B701-B1E8AA5BBE96}" type="pres">
      <dgm:prSet presAssocID="{9DCE91D3-BD88-47B9-B149-48FAC8F8995D}" presName="linNode" presStyleCnt="0"/>
      <dgm:spPr/>
    </dgm:pt>
    <dgm:pt modelId="{0FE8B3E4-0354-400A-B940-60E0BC183555}" type="pres">
      <dgm:prSet presAssocID="{9DCE91D3-BD88-47B9-B149-48FAC8F8995D}" presName="parentText" presStyleLbl="node1" presStyleIdx="4" presStyleCnt="8" custScaleX="24570">
        <dgm:presLayoutVars>
          <dgm:chMax val="1"/>
          <dgm:bulletEnabled val="1"/>
        </dgm:presLayoutVars>
      </dgm:prSet>
      <dgm:spPr>
        <a:xfrm>
          <a:off x="523466" y="3035943"/>
          <a:ext cx="1338207" cy="578238"/>
        </a:xfrm>
        <a:prstGeom prst="roundRect">
          <a:avLst/>
        </a:prstGeom>
      </dgm:spPr>
    </dgm:pt>
    <dgm:pt modelId="{9329CE25-B2F6-4010-B9B5-7EAAFC658CA4}" type="pres">
      <dgm:prSet presAssocID="{9DCE91D3-BD88-47B9-B149-48FAC8F8995D}" presName="descendantText" presStyleLbl="alignAccFollowNode1" presStyleIdx="4" presStyleCnt="8" custScaleX="125110">
        <dgm:presLayoutVars>
          <dgm:bulletEnabled val="1"/>
        </dgm:presLayoutVars>
      </dgm:prSet>
      <dgm:spPr>
        <a:xfrm rot="5400000">
          <a:off x="3360549" y="65423"/>
          <a:ext cx="462590" cy="5304977"/>
        </a:xfrm>
        <a:prstGeom prst="round2SameRect">
          <a:avLst/>
        </a:prstGeom>
      </dgm:spPr>
    </dgm:pt>
    <dgm:pt modelId="{A243A6E1-B947-4D3A-B069-B4DE6F32318A}" type="pres">
      <dgm:prSet presAssocID="{21B3F5F2-514E-4CA3-9FAC-21FDF18C2E26}" presName="sp" presStyleCnt="0"/>
      <dgm:spPr/>
    </dgm:pt>
    <dgm:pt modelId="{DBE1B852-BE91-45C3-8EE8-9C7E6313A441}" type="pres">
      <dgm:prSet presAssocID="{B1339A63-7080-4EF6-8582-578C61FA51C9}" presName="linNode" presStyleCnt="0"/>
      <dgm:spPr/>
    </dgm:pt>
    <dgm:pt modelId="{EEFF1B65-15AF-429A-B27F-8438CB59B623}" type="pres">
      <dgm:prSet presAssocID="{B1339A63-7080-4EF6-8582-578C61FA51C9}" presName="parentText" presStyleLbl="node1" presStyleIdx="5" presStyleCnt="8" custScaleX="24570">
        <dgm:presLayoutVars>
          <dgm:chMax val="1"/>
          <dgm:bulletEnabled val="1"/>
        </dgm:presLayoutVars>
      </dgm:prSet>
      <dgm:spPr>
        <a:xfrm>
          <a:off x="523466" y="3643093"/>
          <a:ext cx="1338207" cy="578238"/>
        </a:xfrm>
        <a:prstGeom prst="roundRect">
          <a:avLst/>
        </a:prstGeom>
      </dgm:spPr>
    </dgm:pt>
    <dgm:pt modelId="{644154CA-5D4F-46E3-946B-B49D535FFE69}" type="pres">
      <dgm:prSet presAssocID="{B1339A63-7080-4EF6-8582-578C61FA51C9}" presName="descendantText" presStyleLbl="alignAccFollowNode1" presStyleIdx="5" presStyleCnt="8" custScaleX="125110">
        <dgm:presLayoutVars>
          <dgm:bulletEnabled val="1"/>
        </dgm:presLayoutVars>
      </dgm:prSet>
      <dgm:spPr>
        <a:xfrm rot="5400000">
          <a:off x="3750503" y="1812087"/>
          <a:ext cx="462590" cy="4240250"/>
        </a:xfrm>
        <a:prstGeom prst="round2SameRect">
          <a:avLst/>
        </a:prstGeom>
      </dgm:spPr>
    </dgm:pt>
    <dgm:pt modelId="{022C7B38-B90D-48BE-B035-842613661D12}" type="pres">
      <dgm:prSet presAssocID="{789FF8A8-0445-420C-92BC-6C76609E87C9}" presName="sp" presStyleCnt="0"/>
      <dgm:spPr/>
    </dgm:pt>
    <dgm:pt modelId="{76C1A62B-FE11-4D5C-A898-B405F97005C9}" type="pres">
      <dgm:prSet presAssocID="{73278E8E-A4C4-4670-BDA3-7A320E2935DE}" presName="linNode" presStyleCnt="0"/>
      <dgm:spPr/>
    </dgm:pt>
    <dgm:pt modelId="{A38D09B5-20FE-4B65-B487-80A7FF67BDEB}" type="pres">
      <dgm:prSet presAssocID="{73278E8E-A4C4-4670-BDA3-7A320E2935DE}" presName="parentText" presStyleLbl="node1" presStyleIdx="6" presStyleCnt="8" custScaleX="24570">
        <dgm:presLayoutVars>
          <dgm:chMax val="1"/>
          <dgm:bulletEnabled val="1"/>
        </dgm:presLayoutVars>
      </dgm:prSet>
      <dgm:spPr>
        <a:xfrm>
          <a:off x="523466" y="4250244"/>
          <a:ext cx="1338207" cy="578238"/>
        </a:xfrm>
        <a:prstGeom prst="roundRect">
          <a:avLst/>
        </a:prstGeom>
      </dgm:spPr>
    </dgm:pt>
    <dgm:pt modelId="{D127289C-55BB-49E9-B361-F89425276C48}" type="pres">
      <dgm:prSet presAssocID="{73278E8E-A4C4-4670-BDA3-7A320E2935DE}" presName="descendantText" presStyleLbl="alignAccFollowNode1" presStyleIdx="6" presStyleCnt="8" custScaleX="125110" custLinFactNeighborX="581">
        <dgm:presLayoutVars>
          <dgm:bulletEnabled val="1"/>
        </dgm:presLayoutVars>
      </dgm:prSet>
      <dgm:spPr>
        <a:xfrm rot="5400000">
          <a:off x="3750503" y="2419238"/>
          <a:ext cx="462590" cy="4240250"/>
        </a:xfrm>
        <a:prstGeom prst="round2SameRect">
          <a:avLst/>
        </a:prstGeom>
      </dgm:spPr>
    </dgm:pt>
    <dgm:pt modelId="{937190F1-CD69-4745-8F8D-A363F79A87F1}" type="pres">
      <dgm:prSet presAssocID="{539C659E-13F4-4A76-86D6-3D07E547A5B7}" presName="sp" presStyleCnt="0"/>
      <dgm:spPr/>
    </dgm:pt>
    <dgm:pt modelId="{9D67AD5E-38CF-4393-BA21-BFC6371D7AE8}" type="pres">
      <dgm:prSet presAssocID="{C714E617-5CE3-400E-B7D9-88B6752E8989}" presName="linNode" presStyleCnt="0"/>
      <dgm:spPr/>
    </dgm:pt>
    <dgm:pt modelId="{C1D1E351-4BA4-4935-AEF0-66092CFDCDC6}" type="pres">
      <dgm:prSet presAssocID="{C714E617-5CE3-400E-B7D9-88B6752E8989}" presName="parentText" presStyleLbl="node1" presStyleIdx="7" presStyleCnt="8" custScaleX="24570">
        <dgm:presLayoutVars>
          <dgm:chMax val="1"/>
          <dgm:bulletEnabled val="1"/>
        </dgm:presLayoutVars>
      </dgm:prSet>
      <dgm:spPr>
        <a:prstGeom prst="roundRect">
          <a:avLst/>
        </a:prstGeom>
      </dgm:spPr>
    </dgm:pt>
    <dgm:pt modelId="{519A0F10-8DB0-434D-81DD-2B53335586CC}" type="pres">
      <dgm:prSet presAssocID="{C714E617-5CE3-400E-B7D9-88B6752E8989}" presName="descendantText" presStyleLbl="alignAccFollowNode1" presStyleIdx="7" presStyleCnt="8" custScaleX="125764">
        <dgm:presLayoutVars>
          <dgm:bulletEnabled val="1"/>
        </dgm:presLayoutVars>
      </dgm:prSet>
      <dgm:spPr>
        <a:xfrm rot="5400000">
          <a:off x="2842051" y="2419238"/>
          <a:ext cx="462590" cy="4240250"/>
        </a:xfrm>
        <a:prstGeom prst="round2SameRect">
          <a:avLst/>
        </a:prstGeom>
      </dgm:spPr>
    </dgm:pt>
  </dgm:ptLst>
  <dgm:cxnLst>
    <dgm:cxn modelId="{781F3801-9419-4814-A77B-1C5530321508}" type="presOf" srcId="{AC705202-7E99-4A6A-862F-AA92173956BC}" destId="{519A0F10-8DB0-434D-81DD-2B53335586CC}" srcOrd="0" destOrd="0" presId="urn:microsoft.com/office/officeart/2005/8/layout/vList5"/>
    <dgm:cxn modelId="{524E4B04-E0CF-4E6A-A9F0-93C6E21A0AAB}" srcId="{A2868EEB-2106-41D2-9CAA-23B802F3628E}" destId="{99D6E3D2-F108-46EB-9217-F9CE6987CBCC}" srcOrd="0" destOrd="0" parTransId="{6F64E2ED-9566-4E53-998C-DBD300B82BA1}" sibTransId="{9DACCF1E-3B25-4E2D-B5D8-5A5929104F42}"/>
    <dgm:cxn modelId="{D0EA8609-0371-4EA6-8994-0E528E666B43}" srcId="{3F89BB5E-6274-46B3-9D60-9E20BD3530AD}" destId="{908FCCE2-45B5-4D24-AE9F-3DEE01BD9D49}" srcOrd="0" destOrd="0" parTransId="{DBD50C5C-4D0F-4FE8-B12B-B34D7E2F7FA7}" sibTransId="{8E75D728-8917-4A44-9324-DA5960767995}"/>
    <dgm:cxn modelId="{FD3E2E13-3C57-4AC9-A636-986D371E975F}" type="presOf" srcId="{908FCCE2-45B5-4D24-AE9F-3DEE01BD9D49}" destId="{B6FC2166-1C53-4A70-BF25-C7828AE5921C}" srcOrd="0" destOrd="0" presId="urn:microsoft.com/office/officeart/2005/8/layout/vList5"/>
    <dgm:cxn modelId="{F124052B-6A16-47BB-B568-60FD6E7956EB}" srcId="{E7322797-FB2B-49B4-B983-766D172EE160}" destId="{9DCE91D3-BD88-47B9-B149-48FAC8F8995D}" srcOrd="4" destOrd="0" parTransId="{1774DDD2-2387-4001-9711-CF293EBFD78F}" sibTransId="{21B3F5F2-514E-4CA3-9FAC-21FDF18C2E26}"/>
    <dgm:cxn modelId="{FD0C7630-BCF0-401D-8969-CD56198A8241}" srcId="{20DC5077-CD8B-46FD-89F6-CB7EC77CD56A}" destId="{A7C5F983-2F98-4965-9CC7-D69AC20306E5}" srcOrd="0" destOrd="0" parTransId="{A1BBEADC-1204-4862-AA84-A87A763DFCB3}" sibTransId="{AA433E0D-3987-46F9-B862-EA9850AB351E}"/>
    <dgm:cxn modelId="{45A9AA39-C2C3-4688-8DAF-5D1FDF3C74D0}" srcId="{E7322797-FB2B-49B4-B983-766D172EE160}" destId="{20DC5077-CD8B-46FD-89F6-CB7EC77CD56A}" srcOrd="1" destOrd="0" parTransId="{00769546-55D4-4F6D-859D-C2C079A13C28}" sibTransId="{1CEDA580-456F-4F9B-9F0E-442434E599CF}"/>
    <dgm:cxn modelId="{B9FD7F5F-3878-4F0E-89A6-507DEADB9B2F}" type="presOf" srcId="{B1339A63-7080-4EF6-8582-578C61FA51C9}" destId="{EEFF1B65-15AF-429A-B27F-8438CB59B623}" srcOrd="0" destOrd="0" presId="urn:microsoft.com/office/officeart/2005/8/layout/vList5"/>
    <dgm:cxn modelId="{43375967-70C5-450D-9525-2F9062097E5F}" type="presOf" srcId="{E7322797-FB2B-49B4-B983-766D172EE160}" destId="{03E6A4DD-9C9F-49E0-B243-38B4BA97FDB6}" srcOrd="0" destOrd="0" presId="urn:microsoft.com/office/officeart/2005/8/layout/vList5"/>
    <dgm:cxn modelId="{1A08F749-8B54-4B2B-8A8D-82D41C8AD154}" type="presOf" srcId="{73278E8E-A4C4-4670-BDA3-7A320E2935DE}" destId="{A38D09B5-20FE-4B65-B487-80A7FF67BDEB}" srcOrd="0" destOrd="0" presId="urn:microsoft.com/office/officeart/2005/8/layout/vList5"/>
    <dgm:cxn modelId="{8768366F-DBE7-4E3A-B65F-27616297E665}" type="presOf" srcId="{A2868EEB-2106-41D2-9CAA-23B802F3628E}" destId="{1565C43A-C6E1-4D55-BE9E-E6FB7F9EF95E}" srcOrd="0" destOrd="0" presId="urn:microsoft.com/office/officeart/2005/8/layout/vList5"/>
    <dgm:cxn modelId="{13892155-3461-4E08-96CD-818B4F7F8B72}" type="presOf" srcId="{9DCE91D3-BD88-47B9-B149-48FAC8F8995D}" destId="{0FE8B3E4-0354-400A-B940-60E0BC183555}" srcOrd="0" destOrd="0" presId="urn:microsoft.com/office/officeart/2005/8/layout/vList5"/>
    <dgm:cxn modelId="{A4669575-A848-42EF-AAD9-9E9F0F9C617E}" srcId="{C714E617-5CE3-400E-B7D9-88B6752E8989}" destId="{AC705202-7E99-4A6A-862F-AA92173956BC}" srcOrd="0" destOrd="0" parTransId="{4F22ABAB-1CEC-4328-A56D-454258986581}" sibTransId="{D24568CA-6D39-4577-A179-E7E4F1F561AD}"/>
    <dgm:cxn modelId="{47975B78-6A5F-4DC0-98E6-2F06A7A23A41}" type="presOf" srcId="{8337778C-AF63-4B22-9C45-07ADE1010D9C}" destId="{644154CA-5D4F-46E3-946B-B49D535FFE69}" srcOrd="0" destOrd="0" presId="urn:microsoft.com/office/officeart/2005/8/layout/vList5"/>
    <dgm:cxn modelId="{DCAB6778-FECC-4399-935F-5322952C8329}" type="presOf" srcId="{C714E617-5CE3-400E-B7D9-88B6752E8989}" destId="{C1D1E351-4BA4-4935-AEF0-66092CFDCDC6}" srcOrd="0" destOrd="0" presId="urn:microsoft.com/office/officeart/2005/8/layout/vList5"/>
    <dgm:cxn modelId="{E33D7358-C5B8-4545-B90D-962DFA823BA5}" srcId="{73278E8E-A4C4-4670-BDA3-7A320E2935DE}" destId="{CC247DDB-F7E5-4183-BD94-C7F0399DEE7F}" srcOrd="0" destOrd="0" parTransId="{C1054840-09AE-4BCB-98FF-91D4A0D23C1B}" sibTransId="{6F5EEB89-538F-4C43-84F2-2AEEE1071A32}"/>
    <dgm:cxn modelId="{1B7AE05A-8C63-4391-82B0-D74E01A0CCB9}" type="presOf" srcId="{3E5E4154-E6F0-408C-8CAD-E2A89A9ECD08}" destId="{3DCF53B2-4ACD-4C42-BDF2-FE42D4F8035E}" srcOrd="0" destOrd="0" presId="urn:microsoft.com/office/officeart/2005/8/layout/vList5"/>
    <dgm:cxn modelId="{B1E7FB7A-EB5B-4BB5-B982-3FD0A22D9B3B}" type="presOf" srcId="{EA4EB662-ADE3-40CA-B4AB-B5043BECEB7E}" destId="{B424C359-18DB-403F-A337-9048DA4C2677}" srcOrd="0" destOrd="0" presId="urn:microsoft.com/office/officeart/2005/8/layout/vList5"/>
    <dgm:cxn modelId="{7B584191-8DF1-4510-B870-6425FEE75870}" srcId="{E7322797-FB2B-49B4-B983-766D172EE160}" destId="{C714E617-5CE3-400E-B7D9-88B6752E8989}" srcOrd="7" destOrd="0" parTransId="{D63624E3-6853-44FA-81FE-0786B422ACBD}" sibTransId="{51CDF0E2-BDBD-48A4-94DF-CF9748221975}"/>
    <dgm:cxn modelId="{B43D9491-A519-4AF1-A425-66D1E1DBBC5F}" srcId="{E7322797-FB2B-49B4-B983-766D172EE160}" destId="{A2868EEB-2106-41D2-9CAA-23B802F3628E}" srcOrd="3" destOrd="0" parTransId="{0A1BEDCF-16C6-412E-BEAC-0AE51CC76420}" sibTransId="{9D733EB3-E204-4D0B-8B8A-DB5BA897D081}"/>
    <dgm:cxn modelId="{85A91E93-B0AF-4A30-B66D-555EC00C19BA}" srcId="{9DCE91D3-BD88-47B9-B149-48FAC8F8995D}" destId="{D15EB9F0-6039-43E8-B6B7-3836E12B6DB3}" srcOrd="0" destOrd="0" parTransId="{6C604ADF-1CEA-4555-901C-167411FBDDF7}" sibTransId="{B6297801-FBF0-400A-BCA7-F85CC5638C73}"/>
    <dgm:cxn modelId="{99D95FA5-2ED4-493B-843B-BC6152EC57BD}" srcId="{3E5E4154-E6F0-408C-8CAD-E2A89A9ECD08}" destId="{EA4EB662-ADE3-40CA-B4AB-B5043BECEB7E}" srcOrd="0" destOrd="0" parTransId="{355C0454-5D7D-42C8-9803-B6238909BA7D}" sibTransId="{60E067BE-F3C9-4E74-A7E1-23F63943F449}"/>
    <dgm:cxn modelId="{B0A82BA7-C5E8-4807-A276-7A3CD21D1E2A}" type="presOf" srcId="{D15EB9F0-6039-43E8-B6B7-3836E12B6DB3}" destId="{9329CE25-B2F6-4010-B9B5-7EAAFC658CA4}" srcOrd="0" destOrd="0" presId="urn:microsoft.com/office/officeart/2005/8/layout/vList5"/>
    <dgm:cxn modelId="{C34190A8-F799-40B9-9EC6-7709969BCF87}" type="presOf" srcId="{99D6E3D2-F108-46EB-9217-F9CE6987CBCC}" destId="{C273201C-C54F-402D-A78F-F9A831FB8D94}" srcOrd="0" destOrd="0" presId="urn:microsoft.com/office/officeart/2005/8/layout/vList5"/>
    <dgm:cxn modelId="{48B2AFA8-34C2-47C9-9990-EEE5A7262C17}" type="presOf" srcId="{20DC5077-CD8B-46FD-89F6-CB7EC77CD56A}" destId="{DB638EA7-E480-42B4-819F-149B1F05971C}" srcOrd="0" destOrd="0" presId="urn:microsoft.com/office/officeart/2005/8/layout/vList5"/>
    <dgm:cxn modelId="{AA5A68B4-C058-48AE-B58A-B10097DB824E}" type="presOf" srcId="{3F89BB5E-6274-46B3-9D60-9E20BD3530AD}" destId="{B14F474E-D99E-48B0-BE78-905393DD1838}" srcOrd="0" destOrd="0" presId="urn:microsoft.com/office/officeart/2005/8/layout/vList5"/>
    <dgm:cxn modelId="{60C01FBA-4112-4761-9362-FD2783709BCE}" srcId="{E7322797-FB2B-49B4-B983-766D172EE160}" destId="{3E5E4154-E6F0-408C-8CAD-E2A89A9ECD08}" srcOrd="2" destOrd="0" parTransId="{24D73C5C-121C-4677-9199-DFAFDA8C3CA7}" sibTransId="{93E089C4-FE81-409C-9E63-178969ED8DED}"/>
    <dgm:cxn modelId="{8263EEBB-3CFF-4A1C-AE7F-1115E842FABD}" srcId="{B1339A63-7080-4EF6-8582-578C61FA51C9}" destId="{8337778C-AF63-4B22-9C45-07ADE1010D9C}" srcOrd="0" destOrd="0" parTransId="{8F3E10D6-3126-427E-B9DC-513256479555}" sibTransId="{2DCAA63E-E3F2-4005-9D88-A8A4EBE9EDF3}"/>
    <dgm:cxn modelId="{24A3AEC7-4896-4DA6-AF73-4C6CCEC3FA12}" srcId="{E7322797-FB2B-49B4-B983-766D172EE160}" destId="{73278E8E-A4C4-4670-BDA3-7A320E2935DE}" srcOrd="6" destOrd="0" parTransId="{76E817B3-7E2E-49DC-A84F-41FC83AD71AD}" sibTransId="{539C659E-13F4-4A76-86D6-3D07E547A5B7}"/>
    <dgm:cxn modelId="{2DDBE1CB-B476-4242-BDF6-AC17021C0C89}" srcId="{E7322797-FB2B-49B4-B983-766D172EE160}" destId="{3F89BB5E-6274-46B3-9D60-9E20BD3530AD}" srcOrd="0" destOrd="0" parTransId="{567EEACD-0AC0-40F3-A1E7-75830EE41771}" sibTransId="{7558D5EC-6CB9-4F23-B330-637A9136E20C}"/>
    <dgm:cxn modelId="{3538F1D8-5E57-4AC3-B4FA-D7BBAA2DAC69}" srcId="{E7322797-FB2B-49B4-B983-766D172EE160}" destId="{B1339A63-7080-4EF6-8582-578C61FA51C9}" srcOrd="5" destOrd="0" parTransId="{1F514F11-546A-4367-A61B-D0DE380F51BE}" sibTransId="{789FF8A8-0445-420C-92BC-6C76609E87C9}"/>
    <dgm:cxn modelId="{3816A9EB-1883-4757-B1F0-EC825EC77C0D}" type="presOf" srcId="{A7C5F983-2F98-4965-9CC7-D69AC20306E5}" destId="{E623E634-59FD-4626-AA90-0F0BB3471B68}" srcOrd="0" destOrd="0" presId="urn:microsoft.com/office/officeart/2005/8/layout/vList5"/>
    <dgm:cxn modelId="{8C9824F5-7E7C-4847-A80C-96CB6BCDC55B}" type="presOf" srcId="{CC247DDB-F7E5-4183-BD94-C7F0399DEE7F}" destId="{D127289C-55BB-49E9-B361-F89425276C48}" srcOrd="0" destOrd="0" presId="urn:microsoft.com/office/officeart/2005/8/layout/vList5"/>
    <dgm:cxn modelId="{692418B9-9F5E-4D56-9EDC-3844F90AD85A}" type="presParOf" srcId="{03E6A4DD-9C9F-49E0-B243-38B4BA97FDB6}" destId="{1F002E57-F180-41EA-B0AB-9303FC58D51B}" srcOrd="0" destOrd="0" presId="urn:microsoft.com/office/officeart/2005/8/layout/vList5"/>
    <dgm:cxn modelId="{9DF3C7CF-0DFA-430C-85BB-4D368EF5BE87}" type="presParOf" srcId="{1F002E57-F180-41EA-B0AB-9303FC58D51B}" destId="{B14F474E-D99E-48B0-BE78-905393DD1838}" srcOrd="0" destOrd="0" presId="urn:microsoft.com/office/officeart/2005/8/layout/vList5"/>
    <dgm:cxn modelId="{F3024812-AA33-4436-9D25-7683A4C6559A}" type="presParOf" srcId="{1F002E57-F180-41EA-B0AB-9303FC58D51B}" destId="{B6FC2166-1C53-4A70-BF25-C7828AE5921C}" srcOrd="1" destOrd="0" presId="urn:microsoft.com/office/officeart/2005/8/layout/vList5"/>
    <dgm:cxn modelId="{0FF38752-0879-4A74-878A-73DE553174B4}" type="presParOf" srcId="{03E6A4DD-9C9F-49E0-B243-38B4BA97FDB6}" destId="{3F84297F-4CDF-44BA-807D-FA731FBEF253}" srcOrd="1" destOrd="0" presId="urn:microsoft.com/office/officeart/2005/8/layout/vList5"/>
    <dgm:cxn modelId="{50179658-3B29-42E0-B110-66AC8FE8F8F6}" type="presParOf" srcId="{03E6A4DD-9C9F-49E0-B243-38B4BA97FDB6}" destId="{E53D67CA-CAE1-49B7-8D3E-532E2C1CA7F3}" srcOrd="2" destOrd="0" presId="urn:microsoft.com/office/officeart/2005/8/layout/vList5"/>
    <dgm:cxn modelId="{10B85DAF-526D-4A3D-AB43-03EEDA821249}" type="presParOf" srcId="{E53D67CA-CAE1-49B7-8D3E-532E2C1CA7F3}" destId="{DB638EA7-E480-42B4-819F-149B1F05971C}" srcOrd="0" destOrd="0" presId="urn:microsoft.com/office/officeart/2005/8/layout/vList5"/>
    <dgm:cxn modelId="{49B261EB-3E03-4343-B20D-496C4B76C35C}" type="presParOf" srcId="{E53D67CA-CAE1-49B7-8D3E-532E2C1CA7F3}" destId="{E623E634-59FD-4626-AA90-0F0BB3471B68}" srcOrd="1" destOrd="0" presId="urn:microsoft.com/office/officeart/2005/8/layout/vList5"/>
    <dgm:cxn modelId="{34526D15-C032-462D-9BF2-A9580BE42175}" type="presParOf" srcId="{03E6A4DD-9C9F-49E0-B243-38B4BA97FDB6}" destId="{5D22D13F-B9E0-459A-8953-569B96448650}" srcOrd="3" destOrd="0" presId="urn:microsoft.com/office/officeart/2005/8/layout/vList5"/>
    <dgm:cxn modelId="{93278116-5ED7-491F-B730-4DEF3D7EEDFC}" type="presParOf" srcId="{03E6A4DD-9C9F-49E0-B243-38B4BA97FDB6}" destId="{D225D836-FC24-4F2C-880B-64C608290B35}" srcOrd="4" destOrd="0" presId="urn:microsoft.com/office/officeart/2005/8/layout/vList5"/>
    <dgm:cxn modelId="{D074B27B-E1AE-4B58-89D2-0DEAEC27655C}" type="presParOf" srcId="{D225D836-FC24-4F2C-880B-64C608290B35}" destId="{3DCF53B2-4ACD-4C42-BDF2-FE42D4F8035E}" srcOrd="0" destOrd="0" presId="urn:microsoft.com/office/officeart/2005/8/layout/vList5"/>
    <dgm:cxn modelId="{E2D9471E-22A8-499B-BD01-AC124DA5583E}" type="presParOf" srcId="{D225D836-FC24-4F2C-880B-64C608290B35}" destId="{B424C359-18DB-403F-A337-9048DA4C2677}" srcOrd="1" destOrd="0" presId="urn:microsoft.com/office/officeart/2005/8/layout/vList5"/>
    <dgm:cxn modelId="{0BAFA4F0-98EB-494B-8696-570BA95B7797}" type="presParOf" srcId="{03E6A4DD-9C9F-49E0-B243-38B4BA97FDB6}" destId="{A924E9DF-C83F-4958-979A-473F3185E977}" srcOrd="5" destOrd="0" presId="urn:microsoft.com/office/officeart/2005/8/layout/vList5"/>
    <dgm:cxn modelId="{438B7CF4-9565-4971-9B85-45F25FE91BBE}" type="presParOf" srcId="{03E6A4DD-9C9F-49E0-B243-38B4BA97FDB6}" destId="{904F3293-5AE0-497D-9A2F-81B3514E1DAA}" srcOrd="6" destOrd="0" presId="urn:microsoft.com/office/officeart/2005/8/layout/vList5"/>
    <dgm:cxn modelId="{4E1AA0E9-4FEE-49CE-8651-D53F9FB7D4BD}" type="presParOf" srcId="{904F3293-5AE0-497D-9A2F-81B3514E1DAA}" destId="{1565C43A-C6E1-4D55-BE9E-E6FB7F9EF95E}" srcOrd="0" destOrd="0" presId="urn:microsoft.com/office/officeart/2005/8/layout/vList5"/>
    <dgm:cxn modelId="{B5048B67-B0A1-4476-AC7D-20C150C5B842}" type="presParOf" srcId="{904F3293-5AE0-497D-9A2F-81B3514E1DAA}" destId="{C273201C-C54F-402D-A78F-F9A831FB8D94}" srcOrd="1" destOrd="0" presId="urn:microsoft.com/office/officeart/2005/8/layout/vList5"/>
    <dgm:cxn modelId="{59EFDEBC-0FCB-4C3C-BDAB-A186088CCA5F}" type="presParOf" srcId="{03E6A4DD-9C9F-49E0-B243-38B4BA97FDB6}" destId="{CBAD83B6-D6DB-446B-B4D2-C4E7C1C11633}" srcOrd="7" destOrd="0" presId="urn:microsoft.com/office/officeart/2005/8/layout/vList5"/>
    <dgm:cxn modelId="{2B53652D-4C56-4EDD-9FF1-9075A20BC74B}" type="presParOf" srcId="{03E6A4DD-9C9F-49E0-B243-38B4BA97FDB6}" destId="{2DE1FFD5-A236-4D13-B701-B1E8AA5BBE96}" srcOrd="8" destOrd="0" presId="urn:microsoft.com/office/officeart/2005/8/layout/vList5"/>
    <dgm:cxn modelId="{FF7FA116-3F27-4840-9FAF-607328F2AA2C}" type="presParOf" srcId="{2DE1FFD5-A236-4D13-B701-B1E8AA5BBE96}" destId="{0FE8B3E4-0354-400A-B940-60E0BC183555}" srcOrd="0" destOrd="0" presId="urn:microsoft.com/office/officeart/2005/8/layout/vList5"/>
    <dgm:cxn modelId="{D19802E1-214F-4687-A6C8-4206051ADA67}" type="presParOf" srcId="{2DE1FFD5-A236-4D13-B701-B1E8AA5BBE96}" destId="{9329CE25-B2F6-4010-B9B5-7EAAFC658CA4}" srcOrd="1" destOrd="0" presId="urn:microsoft.com/office/officeart/2005/8/layout/vList5"/>
    <dgm:cxn modelId="{D60592BF-1CC9-4C03-B60D-55F1665E4295}" type="presParOf" srcId="{03E6A4DD-9C9F-49E0-B243-38B4BA97FDB6}" destId="{A243A6E1-B947-4D3A-B069-B4DE6F32318A}" srcOrd="9" destOrd="0" presId="urn:microsoft.com/office/officeart/2005/8/layout/vList5"/>
    <dgm:cxn modelId="{318106B8-0986-4EDF-9800-E7947D9AF4B3}" type="presParOf" srcId="{03E6A4DD-9C9F-49E0-B243-38B4BA97FDB6}" destId="{DBE1B852-BE91-45C3-8EE8-9C7E6313A441}" srcOrd="10" destOrd="0" presId="urn:microsoft.com/office/officeart/2005/8/layout/vList5"/>
    <dgm:cxn modelId="{469A93B4-BCC8-4454-9F35-B0DB4052670E}" type="presParOf" srcId="{DBE1B852-BE91-45C3-8EE8-9C7E6313A441}" destId="{EEFF1B65-15AF-429A-B27F-8438CB59B623}" srcOrd="0" destOrd="0" presId="urn:microsoft.com/office/officeart/2005/8/layout/vList5"/>
    <dgm:cxn modelId="{F3269108-E982-4C3B-92C8-C6B7A8F4DB3A}" type="presParOf" srcId="{DBE1B852-BE91-45C3-8EE8-9C7E6313A441}" destId="{644154CA-5D4F-46E3-946B-B49D535FFE69}" srcOrd="1" destOrd="0" presId="urn:microsoft.com/office/officeart/2005/8/layout/vList5"/>
    <dgm:cxn modelId="{DE72B86C-9542-4FDB-B1BD-4BAA64A245B2}" type="presParOf" srcId="{03E6A4DD-9C9F-49E0-B243-38B4BA97FDB6}" destId="{022C7B38-B90D-48BE-B035-842613661D12}" srcOrd="11" destOrd="0" presId="urn:microsoft.com/office/officeart/2005/8/layout/vList5"/>
    <dgm:cxn modelId="{E7652212-618F-40F9-A1F5-61A0D3FD27E6}" type="presParOf" srcId="{03E6A4DD-9C9F-49E0-B243-38B4BA97FDB6}" destId="{76C1A62B-FE11-4D5C-A898-B405F97005C9}" srcOrd="12" destOrd="0" presId="urn:microsoft.com/office/officeart/2005/8/layout/vList5"/>
    <dgm:cxn modelId="{996FCF8B-53CD-40D7-ACD1-FCCC01BC8EA5}" type="presParOf" srcId="{76C1A62B-FE11-4D5C-A898-B405F97005C9}" destId="{A38D09B5-20FE-4B65-B487-80A7FF67BDEB}" srcOrd="0" destOrd="0" presId="urn:microsoft.com/office/officeart/2005/8/layout/vList5"/>
    <dgm:cxn modelId="{5DFD50EB-3C29-4765-961E-5B58512ACF73}" type="presParOf" srcId="{76C1A62B-FE11-4D5C-A898-B405F97005C9}" destId="{D127289C-55BB-49E9-B361-F89425276C48}" srcOrd="1" destOrd="0" presId="urn:microsoft.com/office/officeart/2005/8/layout/vList5"/>
    <dgm:cxn modelId="{0D867897-67F7-4312-8CDB-A6ADA91DF9E1}" type="presParOf" srcId="{03E6A4DD-9C9F-49E0-B243-38B4BA97FDB6}" destId="{937190F1-CD69-4745-8F8D-A363F79A87F1}" srcOrd="13" destOrd="0" presId="urn:microsoft.com/office/officeart/2005/8/layout/vList5"/>
    <dgm:cxn modelId="{1CB6E433-C112-478C-917A-83039D77ED9D}" type="presParOf" srcId="{03E6A4DD-9C9F-49E0-B243-38B4BA97FDB6}" destId="{9D67AD5E-38CF-4393-BA21-BFC6371D7AE8}" srcOrd="14" destOrd="0" presId="urn:microsoft.com/office/officeart/2005/8/layout/vList5"/>
    <dgm:cxn modelId="{49B22876-36EC-4EA7-ACEA-5C193319A5F8}" type="presParOf" srcId="{9D67AD5E-38CF-4393-BA21-BFC6371D7AE8}" destId="{C1D1E351-4BA4-4935-AEF0-66092CFDCDC6}" srcOrd="0" destOrd="0" presId="urn:microsoft.com/office/officeart/2005/8/layout/vList5"/>
    <dgm:cxn modelId="{E66A93C0-0CF5-4921-AD72-C53B3D1F8E95}" type="presParOf" srcId="{9D67AD5E-38CF-4393-BA21-BFC6371D7AE8}" destId="{519A0F10-8DB0-434D-81DD-2B53335586C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7322797-FB2B-49B4-B983-766D172EE160}" type="doc">
      <dgm:prSet loTypeId="urn:microsoft.com/office/officeart/2005/8/layout/vList5" loCatId="list" qsTypeId="urn:microsoft.com/office/officeart/2005/8/quickstyle/simple1#6" qsCatId="simple" csTypeId="urn:microsoft.com/office/officeart/2005/8/colors/accent1_2#6" csCatId="accent1" phldr="1"/>
      <dgm:spPr/>
      <dgm:t>
        <a:bodyPr/>
        <a:lstStyle/>
        <a:p>
          <a:endParaRPr lang="zh-CN" altLang="en-US"/>
        </a:p>
      </dgm:t>
    </dgm:pt>
    <dgm:pt modelId="{3F89BB5E-6274-46B3-9D60-9E20BD3530AD}">
      <dgm:prSet phldrT="[文本]" custT="1"/>
      <dgm:spPr>
        <a:xfrm>
          <a:off x="353326" y="19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567EEACD-0AC0-40F3-A1E7-75830EE41771}" cxnId="{2DDBE1CB-B476-4242-BDF6-AC17021C0C89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558D5EC-6CB9-4F23-B330-637A9136E20C}" cxnId="{2DDBE1CB-B476-4242-BDF6-AC17021C0C89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08FCCE2-45B5-4D24-AE9F-3DEE01BD9D49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BD50C5C-4D0F-4FE8-B12B-B34D7E2F7FA7}" cxnId="{D0EA8609-0371-4EA6-8994-0E528E666B43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E75D728-8917-4A44-9324-DA5960767995}" cxnId="{D0EA8609-0371-4EA6-8994-0E528E666B43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0DC5077-CD8B-46FD-89F6-CB7EC77CD56A}">
      <dgm:prSet phldrT="[文本]" custT="1"/>
      <dgm:spPr>
        <a:xfrm>
          <a:off x="353326" y="60734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0769546-55D4-4F6D-859D-C2C079A13C28}" cxnId="{45A9AA39-C2C3-4688-8DAF-5D1FDF3C74D0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1CEDA580-456F-4F9B-9F0E-442434E599CF}" cxnId="{45A9AA39-C2C3-4688-8DAF-5D1FDF3C74D0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7C5F983-2F98-4965-9CC7-D69AC20306E5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A1BBEADC-1204-4862-AA84-A87A763DFCB3}" cxnId="{FD0C7630-BCF0-401D-8969-CD56198A8241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A433E0D-3987-46F9-B862-EA9850AB351E}" cxnId="{FD0C7630-BCF0-401D-8969-CD56198A8241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3E5E4154-E6F0-408C-8CAD-E2A89A9ECD08}">
      <dgm:prSet phldrT="[文本]" custT="1"/>
      <dgm:spPr>
        <a:xfrm>
          <a:off x="353326" y="12144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24D73C5C-121C-4677-9199-DFAFDA8C3CA7}" cxnId="{60C01FBA-4112-4761-9362-FD2783709BCE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3E089C4-FE81-409C-9E63-178969ED8DED}" cxnId="{60C01FBA-4112-4761-9362-FD2783709BCE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C247DDB-F7E5-4183-BD94-C7F0399DEE7F}">
      <dgm:prSet phldrT="[文本]" custT="1"/>
      <dgm:spPr>
        <a:xfrm rot="5400000">
          <a:off x="3374406" y="1279724"/>
          <a:ext cx="462590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C1054840-09AE-4BCB-98FF-91D4A0D23C1B}" cxnId="{E33D7358-C5B8-4545-B90D-962DFA823BA5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F5EEB89-538F-4C43-84F2-2AEEE1071A32}" cxnId="{E33D7358-C5B8-4545-B90D-962DFA823BA5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EA4EB662-ADE3-40CA-B4AB-B5043BECEB7E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355C0454-5D7D-42C8-9803-B6238909BA7D}" cxnId="{99D95FA5-2ED4-493B-843B-BC6152EC57B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0E067BE-F3C9-4E74-A7E1-23F63943F449}" cxnId="{99D95FA5-2ED4-493B-843B-BC6152EC57B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2868EEB-2106-41D2-9CAA-23B802F3628E}">
      <dgm:prSet phldrT="[文本]" custT="1"/>
      <dgm:spPr>
        <a:xfrm>
          <a:off x="353326" y="182164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A1BEDCF-16C6-412E-BEAC-0AE51CC76420}" cxnId="{B43D9491-A519-4AF1-A425-66D1E1DBBC5F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733EB3-E204-4D0B-8B8A-DB5BA897D081}" cxnId="{B43D9491-A519-4AF1-A425-66D1E1DBBC5F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9D6E3D2-F108-46EB-9217-F9CE6987CBCC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F64E2ED-9566-4E53-998C-DBD300B82BA1}" cxnId="{524E4B04-E0CF-4E6A-A9F0-93C6E21A0AAB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ACCF1E-3B25-4E2D-B5D8-5A5929104F42}" cxnId="{524E4B04-E0CF-4E6A-A9F0-93C6E21A0AAB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CE91D3-BD88-47B9-B149-48FAC8F8995D}">
      <dgm:prSet phldrT="[文本]" custT="1"/>
      <dgm:spPr>
        <a:xfrm>
          <a:off x="353326" y="24287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774DDD2-2387-4001-9711-CF293EBFD78F}" cxnId="{F124052B-6A16-47BB-B568-60FD6E7956EB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1B3F5F2-514E-4CA3-9FAC-21FDF18C2E26}" cxnId="{F124052B-6A16-47BB-B568-60FD6E7956EB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D15EB9F0-6039-43E8-B6B7-3836E12B6DB3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C604ADF-1CEA-4555-901C-167411FBDDF7}" cxnId="{85A91E93-B0AF-4A30-B66D-555EC00C19BA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6297801-FBF0-400A-BCA7-F85CC5638C73}" cxnId="{85A91E93-B0AF-4A30-B66D-555EC00C19BA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1339A63-7080-4EF6-8582-578C61FA51C9}">
      <dgm:prSet phldrT="[文本]" custT="1"/>
      <dgm:spPr>
        <a:xfrm>
          <a:off x="353326" y="303594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F514F11-546A-4367-A61B-D0DE380F51BE}" cxnId="{3538F1D8-5E57-4AC3-B4FA-D7BBAA2DAC69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89FF8A8-0445-420C-92BC-6C76609E87C9}" cxnId="{3538F1D8-5E57-4AC3-B4FA-D7BBAA2DAC69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337778C-AF63-4B22-9C45-07ADE1010D9C}">
      <dgm:prSet phldrT="[文本]" custT="1"/>
      <dgm:spPr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早期介入及品类管理</a:t>
          </a:r>
          <a:endParaRPr lang="zh-CN" altLang="en-US" sz="2000" b="1" kern="1200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8F3E10D6-3126-427E-B9DC-513256479555}" cxnId="{8263EEBB-3CFF-4A1C-AE7F-1115E842FAB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DCAA63E-E3F2-4005-9D88-A8A4EBE9EDF3}" cxnId="{8263EEBB-3CFF-4A1C-AE7F-1115E842FAB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3278E8E-A4C4-4670-BDA3-7A320E2935DE}">
      <dgm:prSet phldrT="[文本]" custT="1"/>
      <dgm:spPr>
        <a:xfrm>
          <a:off x="353326" y="364309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76E817B3-7E2E-49DC-A84F-41FC83AD71AD}" cxnId="{24A3AEC7-4896-4DA6-AF73-4C6CCEC3FA12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539C659E-13F4-4A76-86D6-3D07E547A5B7}" cxnId="{24A3AEC7-4896-4DA6-AF73-4C6CCEC3FA12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714E617-5CE3-400E-B7D9-88B6752E8989}">
      <dgm:prSet phldrT="[文本]"/>
      <dgm:spPr>
        <a:xfrm>
          <a:off x="353326" y="4250244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63624E3-6853-44FA-81FE-0786B422ACBD}" cxnId="{7B584191-8DF1-4510-B870-6425FEE75870}" type="parTrans">
      <dgm:prSet/>
      <dgm:spPr/>
      <dgm:t>
        <a:bodyPr/>
        <a:lstStyle/>
        <a:p>
          <a:endParaRPr lang="zh-CN" altLang="en-US"/>
        </a:p>
      </dgm:t>
    </dgm:pt>
    <dgm:pt modelId="{51CDF0E2-BDBD-48A4-94DF-CF9748221975}" cxnId="{7B584191-8DF1-4510-B870-6425FEE75870}" type="sibTrans">
      <dgm:prSet/>
      <dgm:spPr/>
      <dgm:t>
        <a:bodyPr/>
        <a:lstStyle/>
        <a:p>
          <a:endParaRPr lang="zh-CN" altLang="en-US"/>
        </a:p>
      </dgm:t>
    </dgm:pt>
    <dgm:pt modelId="{AC705202-7E99-4A6A-862F-AA92173956BC}">
      <dgm:prSet custT="1"/>
      <dgm:spPr>
        <a:xfrm rot="5400000">
          <a:off x="3374414" y="1873009"/>
          <a:ext cx="462590" cy="5332708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4F22ABAB-1CEC-4328-A56D-454258986581}" cxnId="{A4669575-A848-42EF-AAD9-9E9F0F9C617E}" type="parTrans">
      <dgm:prSet/>
      <dgm:spPr/>
      <dgm:t>
        <a:bodyPr/>
        <a:lstStyle/>
        <a:p>
          <a:endParaRPr lang="zh-CN" altLang="en-US"/>
        </a:p>
      </dgm:t>
    </dgm:pt>
    <dgm:pt modelId="{D24568CA-6D39-4577-A179-E7E4F1F561AD}" cxnId="{A4669575-A848-42EF-AAD9-9E9F0F9C617E}" type="sibTrans">
      <dgm:prSet/>
      <dgm:spPr/>
      <dgm:t>
        <a:bodyPr/>
        <a:lstStyle/>
        <a:p>
          <a:endParaRPr lang="zh-CN" altLang="en-US"/>
        </a:p>
      </dgm:t>
    </dgm:pt>
    <dgm:pt modelId="{03E6A4DD-9C9F-49E0-B243-38B4BA97FDB6}" type="pres">
      <dgm:prSet presAssocID="{E7322797-FB2B-49B4-B983-766D172EE160}" presName="Name0" presStyleCnt="0">
        <dgm:presLayoutVars>
          <dgm:dir/>
          <dgm:animLvl val="lvl"/>
          <dgm:resizeHandles val="exact"/>
        </dgm:presLayoutVars>
      </dgm:prSet>
      <dgm:spPr/>
    </dgm:pt>
    <dgm:pt modelId="{1F002E57-F180-41EA-B0AB-9303FC58D51B}" type="pres">
      <dgm:prSet presAssocID="{3F89BB5E-6274-46B3-9D60-9E20BD3530AD}" presName="linNode" presStyleCnt="0"/>
      <dgm:spPr/>
    </dgm:pt>
    <dgm:pt modelId="{B14F474E-D99E-48B0-BE78-905393DD1838}" type="pres">
      <dgm:prSet presAssocID="{3F89BB5E-6274-46B3-9D60-9E20BD3530AD}" presName="parentText" presStyleLbl="node1" presStyleIdx="0" presStyleCnt="8" custScaleX="24570">
        <dgm:presLayoutVars>
          <dgm:chMax val="1"/>
          <dgm:bulletEnabled val="1"/>
        </dgm:presLayoutVars>
      </dgm:prSet>
      <dgm:spPr>
        <a:xfrm>
          <a:off x="523466" y="191"/>
          <a:ext cx="1338207" cy="578238"/>
        </a:xfrm>
        <a:prstGeom prst="roundRect">
          <a:avLst/>
        </a:prstGeom>
      </dgm:spPr>
    </dgm:pt>
    <dgm:pt modelId="{B6FC2166-1C53-4A70-BF25-C7828AE5921C}" type="pres">
      <dgm:prSet presAssocID="{3F89BB5E-6274-46B3-9D60-9E20BD3530AD}" presName="descendantText" presStyleLbl="alignAccFollowNode1" presStyleIdx="0" presStyleCnt="8" custScaleX="125110">
        <dgm:presLayoutVars>
          <dgm:bulletEnabled val="1"/>
        </dgm:presLayoutVars>
      </dgm:prSet>
      <dgm:spPr>
        <a:xfrm rot="5400000">
          <a:off x="3360549" y="-2363177"/>
          <a:ext cx="462590" cy="5304977"/>
        </a:xfrm>
        <a:prstGeom prst="round2SameRect">
          <a:avLst/>
        </a:prstGeom>
      </dgm:spPr>
    </dgm:pt>
    <dgm:pt modelId="{3F84297F-4CDF-44BA-807D-FA731FBEF253}" type="pres">
      <dgm:prSet presAssocID="{7558D5EC-6CB9-4F23-B330-637A9136E20C}" presName="sp" presStyleCnt="0"/>
      <dgm:spPr/>
    </dgm:pt>
    <dgm:pt modelId="{E53D67CA-CAE1-49B7-8D3E-532E2C1CA7F3}" type="pres">
      <dgm:prSet presAssocID="{20DC5077-CD8B-46FD-89F6-CB7EC77CD56A}" presName="linNode" presStyleCnt="0"/>
      <dgm:spPr/>
    </dgm:pt>
    <dgm:pt modelId="{DB638EA7-E480-42B4-819F-149B1F05971C}" type="pres">
      <dgm:prSet presAssocID="{20DC5077-CD8B-46FD-89F6-CB7EC77CD56A}" presName="parentText" presStyleLbl="node1" presStyleIdx="1" presStyleCnt="8" custScaleX="24570">
        <dgm:presLayoutVars>
          <dgm:chMax val="1"/>
          <dgm:bulletEnabled val="1"/>
        </dgm:presLayoutVars>
      </dgm:prSet>
      <dgm:spPr>
        <a:xfrm>
          <a:off x="523466" y="607341"/>
          <a:ext cx="1338207" cy="578238"/>
        </a:xfrm>
        <a:prstGeom prst="roundRect">
          <a:avLst/>
        </a:prstGeom>
      </dgm:spPr>
    </dgm:pt>
    <dgm:pt modelId="{E623E634-59FD-4626-AA90-0F0BB3471B68}" type="pres">
      <dgm:prSet presAssocID="{20DC5077-CD8B-46FD-89F6-CB7EC77CD56A}" presName="descendantText" presStyleLbl="alignAccFollowNode1" presStyleIdx="1" presStyleCnt="8" custScaleX="125110">
        <dgm:presLayoutVars>
          <dgm:bulletEnabled val="1"/>
        </dgm:presLayoutVars>
      </dgm:prSet>
      <dgm:spPr>
        <a:xfrm rot="5400000">
          <a:off x="3360549" y="-1756027"/>
          <a:ext cx="462590" cy="5304977"/>
        </a:xfrm>
        <a:prstGeom prst="round2SameRect">
          <a:avLst/>
        </a:prstGeom>
      </dgm:spPr>
    </dgm:pt>
    <dgm:pt modelId="{5D22D13F-B9E0-459A-8953-569B96448650}" type="pres">
      <dgm:prSet presAssocID="{1CEDA580-456F-4F9B-9F0E-442434E599CF}" presName="sp" presStyleCnt="0"/>
      <dgm:spPr/>
    </dgm:pt>
    <dgm:pt modelId="{D225D836-FC24-4F2C-880B-64C608290B35}" type="pres">
      <dgm:prSet presAssocID="{3E5E4154-E6F0-408C-8CAD-E2A89A9ECD08}" presName="linNode" presStyleCnt="0"/>
      <dgm:spPr/>
    </dgm:pt>
    <dgm:pt modelId="{3DCF53B2-4ACD-4C42-BDF2-FE42D4F8035E}" type="pres">
      <dgm:prSet presAssocID="{3E5E4154-E6F0-408C-8CAD-E2A89A9ECD08}" presName="parentText" presStyleLbl="node1" presStyleIdx="2" presStyleCnt="8" custScaleX="24570">
        <dgm:presLayoutVars>
          <dgm:chMax val="1"/>
          <dgm:bulletEnabled val="1"/>
        </dgm:presLayoutVars>
      </dgm:prSet>
      <dgm:spPr>
        <a:xfrm>
          <a:off x="523466" y="1821642"/>
          <a:ext cx="1338207" cy="578238"/>
        </a:xfrm>
        <a:prstGeom prst="roundRect">
          <a:avLst/>
        </a:prstGeom>
      </dgm:spPr>
    </dgm:pt>
    <dgm:pt modelId="{B424C359-18DB-403F-A337-9048DA4C2677}" type="pres">
      <dgm:prSet presAssocID="{3E5E4154-E6F0-408C-8CAD-E2A89A9ECD08}" presName="descendantText" presStyleLbl="alignAccFollowNode1" presStyleIdx="2" presStyleCnt="8" custScaleX="125110">
        <dgm:presLayoutVars>
          <dgm:bulletEnabled val="1"/>
        </dgm:presLayoutVars>
      </dgm:prSet>
      <dgm:spPr>
        <a:xfrm rot="5400000">
          <a:off x="3360549" y="-1148877"/>
          <a:ext cx="462590" cy="5304977"/>
        </a:xfrm>
        <a:prstGeom prst="round2SameRect">
          <a:avLst/>
        </a:prstGeom>
      </dgm:spPr>
    </dgm:pt>
    <dgm:pt modelId="{A924E9DF-C83F-4958-979A-473F3185E977}" type="pres">
      <dgm:prSet presAssocID="{93E089C4-FE81-409C-9E63-178969ED8DED}" presName="sp" presStyleCnt="0"/>
      <dgm:spPr/>
    </dgm:pt>
    <dgm:pt modelId="{904F3293-5AE0-497D-9A2F-81B3514E1DAA}" type="pres">
      <dgm:prSet presAssocID="{A2868EEB-2106-41D2-9CAA-23B802F3628E}" presName="linNode" presStyleCnt="0"/>
      <dgm:spPr/>
    </dgm:pt>
    <dgm:pt modelId="{1565C43A-C6E1-4D55-BE9E-E6FB7F9EF95E}" type="pres">
      <dgm:prSet presAssocID="{A2868EEB-2106-41D2-9CAA-23B802F3628E}" presName="parentText" presStyleLbl="node1" presStyleIdx="3" presStyleCnt="8" custScaleX="24570">
        <dgm:presLayoutVars>
          <dgm:chMax val="1"/>
          <dgm:bulletEnabled val="1"/>
        </dgm:presLayoutVars>
      </dgm:prSet>
      <dgm:spPr>
        <a:xfrm>
          <a:off x="523466" y="2428792"/>
          <a:ext cx="1338207" cy="578238"/>
        </a:xfrm>
        <a:prstGeom prst="roundRect">
          <a:avLst/>
        </a:prstGeom>
      </dgm:spPr>
    </dgm:pt>
    <dgm:pt modelId="{C273201C-C54F-402D-A78F-F9A831FB8D94}" type="pres">
      <dgm:prSet presAssocID="{A2868EEB-2106-41D2-9CAA-23B802F3628E}" presName="descendantText" presStyleLbl="alignAccFollowNode1" presStyleIdx="3" presStyleCnt="8" custScaleX="125110">
        <dgm:presLayoutVars>
          <dgm:bulletEnabled val="1"/>
        </dgm:presLayoutVars>
      </dgm:prSet>
      <dgm:spPr>
        <a:xfrm rot="5400000">
          <a:off x="3360549" y="-541726"/>
          <a:ext cx="462590" cy="5304977"/>
        </a:xfrm>
        <a:prstGeom prst="round2SameRect">
          <a:avLst/>
        </a:prstGeom>
      </dgm:spPr>
    </dgm:pt>
    <dgm:pt modelId="{CBAD83B6-D6DB-446B-B4D2-C4E7C1C11633}" type="pres">
      <dgm:prSet presAssocID="{9D733EB3-E204-4D0B-8B8A-DB5BA897D081}" presName="sp" presStyleCnt="0"/>
      <dgm:spPr/>
    </dgm:pt>
    <dgm:pt modelId="{2DE1FFD5-A236-4D13-B701-B1E8AA5BBE96}" type="pres">
      <dgm:prSet presAssocID="{9DCE91D3-BD88-47B9-B149-48FAC8F8995D}" presName="linNode" presStyleCnt="0"/>
      <dgm:spPr/>
    </dgm:pt>
    <dgm:pt modelId="{0FE8B3E4-0354-400A-B940-60E0BC183555}" type="pres">
      <dgm:prSet presAssocID="{9DCE91D3-BD88-47B9-B149-48FAC8F8995D}" presName="parentText" presStyleLbl="node1" presStyleIdx="4" presStyleCnt="8" custScaleX="24570">
        <dgm:presLayoutVars>
          <dgm:chMax val="1"/>
          <dgm:bulletEnabled val="1"/>
        </dgm:presLayoutVars>
      </dgm:prSet>
      <dgm:spPr>
        <a:xfrm>
          <a:off x="523466" y="3035943"/>
          <a:ext cx="1338207" cy="578238"/>
        </a:xfrm>
        <a:prstGeom prst="roundRect">
          <a:avLst/>
        </a:prstGeom>
      </dgm:spPr>
    </dgm:pt>
    <dgm:pt modelId="{9329CE25-B2F6-4010-B9B5-7EAAFC658CA4}" type="pres">
      <dgm:prSet presAssocID="{9DCE91D3-BD88-47B9-B149-48FAC8F8995D}" presName="descendantText" presStyleLbl="alignAccFollowNode1" presStyleIdx="4" presStyleCnt="8" custScaleX="125110">
        <dgm:presLayoutVars>
          <dgm:bulletEnabled val="1"/>
        </dgm:presLayoutVars>
      </dgm:prSet>
      <dgm:spPr>
        <a:xfrm rot="5400000">
          <a:off x="3360549" y="65423"/>
          <a:ext cx="462590" cy="5304977"/>
        </a:xfrm>
        <a:prstGeom prst="round2SameRect">
          <a:avLst/>
        </a:prstGeom>
      </dgm:spPr>
    </dgm:pt>
    <dgm:pt modelId="{A243A6E1-B947-4D3A-B069-B4DE6F32318A}" type="pres">
      <dgm:prSet presAssocID="{21B3F5F2-514E-4CA3-9FAC-21FDF18C2E26}" presName="sp" presStyleCnt="0"/>
      <dgm:spPr/>
    </dgm:pt>
    <dgm:pt modelId="{DBE1B852-BE91-45C3-8EE8-9C7E6313A441}" type="pres">
      <dgm:prSet presAssocID="{B1339A63-7080-4EF6-8582-578C61FA51C9}" presName="linNode" presStyleCnt="0"/>
      <dgm:spPr/>
    </dgm:pt>
    <dgm:pt modelId="{EEFF1B65-15AF-429A-B27F-8438CB59B623}" type="pres">
      <dgm:prSet presAssocID="{B1339A63-7080-4EF6-8582-578C61FA51C9}" presName="parentText" presStyleLbl="node1" presStyleIdx="5" presStyleCnt="8" custScaleX="24570">
        <dgm:presLayoutVars>
          <dgm:chMax val="1"/>
          <dgm:bulletEnabled val="1"/>
        </dgm:presLayoutVars>
      </dgm:prSet>
      <dgm:spPr>
        <a:xfrm>
          <a:off x="523466" y="3643093"/>
          <a:ext cx="1338207" cy="578238"/>
        </a:xfrm>
        <a:prstGeom prst="roundRect">
          <a:avLst/>
        </a:prstGeom>
      </dgm:spPr>
    </dgm:pt>
    <dgm:pt modelId="{644154CA-5D4F-46E3-946B-B49D535FFE69}" type="pres">
      <dgm:prSet presAssocID="{B1339A63-7080-4EF6-8582-578C61FA51C9}" presName="descendantText" presStyleLbl="alignAccFollowNode1" presStyleIdx="5" presStyleCnt="8" custScaleX="125110" custLinFactNeighborX="1169" custLinFactNeighborY="5764">
        <dgm:presLayoutVars>
          <dgm:bulletEnabled val="1"/>
        </dgm:presLayoutVars>
      </dgm:prSet>
      <dgm:spPr>
        <a:xfrm rot="5400000">
          <a:off x="3388431" y="699237"/>
          <a:ext cx="462590" cy="5304977"/>
        </a:xfrm>
        <a:prstGeom prst="round2SameRect">
          <a:avLst/>
        </a:prstGeom>
      </dgm:spPr>
    </dgm:pt>
    <dgm:pt modelId="{022C7B38-B90D-48BE-B035-842613661D12}" type="pres">
      <dgm:prSet presAssocID="{789FF8A8-0445-420C-92BC-6C76609E87C9}" presName="sp" presStyleCnt="0"/>
      <dgm:spPr/>
    </dgm:pt>
    <dgm:pt modelId="{76C1A62B-FE11-4D5C-A898-B405F97005C9}" type="pres">
      <dgm:prSet presAssocID="{73278E8E-A4C4-4670-BDA3-7A320E2935DE}" presName="linNode" presStyleCnt="0"/>
      <dgm:spPr/>
    </dgm:pt>
    <dgm:pt modelId="{A38D09B5-20FE-4B65-B487-80A7FF67BDEB}" type="pres">
      <dgm:prSet presAssocID="{73278E8E-A4C4-4670-BDA3-7A320E2935DE}" presName="parentText" presStyleLbl="node1" presStyleIdx="6" presStyleCnt="8" custScaleX="24570">
        <dgm:presLayoutVars>
          <dgm:chMax val="1"/>
          <dgm:bulletEnabled val="1"/>
        </dgm:presLayoutVars>
      </dgm:prSet>
      <dgm:spPr>
        <a:xfrm>
          <a:off x="523466" y="4250244"/>
          <a:ext cx="1338207" cy="578238"/>
        </a:xfrm>
        <a:prstGeom prst="roundRect">
          <a:avLst/>
        </a:prstGeom>
      </dgm:spPr>
    </dgm:pt>
    <dgm:pt modelId="{D127289C-55BB-49E9-B361-F89425276C48}" type="pres">
      <dgm:prSet presAssocID="{73278E8E-A4C4-4670-BDA3-7A320E2935DE}" presName="descendantText" presStyleLbl="alignAccFollowNode1" presStyleIdx="6" presStyleCnt="8" custScaleX="125110" custLinFactNeighborX="581">
        <dgm:presLayoutVars>
          <dgm:bulletEnabled val="1"/>
        </dgm:presLayoutVars>
      </dgm:prSet>
      <dgm:spPr>
        <a:xfrm rot="5400000">
          <a:off x="3750503" y="2419238"/>
          <a:ext cx="462590" cy="4240250"/>
        </a:xfrm>
        <a:prstGeom prst="round2SameRect">
          <a:avLst/>
        </a:prstGeom>
      </dgm:spPr>
    </dgm:pt>
    <dgm:pt modelId="{937190F1-CD69-4745-8F8D-A363F79A87F1}" type="pres">
      <dgm:prSet presAssocID="{539C659E-13F4-4A76-86D6-3D07E547A5B7}" presName="sp" presStyleCnt="0"/>
      <dgm:spPr/>
    </dgm:pt>
    <dgm:pt modelId="{9D67AD5E-38CF-4393-BA21-BFC6371D7AE8}" type="pres">
      <dgm:prSet presAssocID="{C714E617-5CE3-400E-B7D9-88B6752E8989}" presName="linNode" presStyleCnt="0"/>
      <dgm:spPr/>
    </dgm:pt>
    <dgm:pt modelId="{C1D1E351-4BA4-4935-AEF0-66092CFDCDC6}" type="pres">
      <dgm:prSet presAssocID="{C714E617-5CE3-400E-B7D9-88B6752E8989}" presName="parentText" presStyleLbl="node1" presStyleIdx="7" presStyleCnt="8" custScaleX="24570">
        <dgm:presLayoutVars>
          <dgm:chMax val="1"/>
          <dgm:bulletEnabled val="1"/>
        </dgm:presLayoutVars>
      </dgm:prSet>
      <dgm:spPr>
        <a:prstGeom prst="roundRect">
          <a:avLst/>
        </a:prstGeom>
      </dgm:spPr>
    </dgm:pt>
    <dgm:pt modelId="{519A0F10-8DB0-434D-81DD-2B53335586CC}" type="pres">
      <dgm:prSet presAssocID="{C714E617-5CE3-400E-B7D9-88B6752E8989}" presName="descendantText" presStyleLbl="alignAccFollowNode1" presStyleIdx="7" presStyleCnt="8" custScaleX="125764">
        <dgm:presLayoutVars>
          <dgm:bulletEnabled val="1"/>
        </dgm:presLayoutVars>
      </dgm:prSet>
      <dgm:spPr>
        <a:xfrm rot="5400000">
          <a:off x="2842051" y="2419238"/>
          <a:ext cx="462590" cy="4240250"/>
        </a:xfrm>
        <a:prstGeom prst="round2SameRect">
          <a:avLst/>
        </a:prstGeom>
      </dgm:spPr>
    </dgm:pt>
  </dgm:ptLst>
  <dgm:cxnLst>
    <dgm:cxn modelId="{781F3801-9419-4814-A77B-1C5530321508}" type="presOf" srcId="{AC705202-7E99-4A6A-862F-AA92173956BC}" destId="{519A0F10-8DB0-434D-81DD-2B53335586CC}" srcOrd="0" destOrd="0" presId="urn:microsoft.com/office/officeart/2005/8/layout/vList5"/>
    <dgm:cxn modelId="{524E4B04-E0CF-4E6A-A9F0-93C6E21A0AAB}" srcId="{A2868EEB-2106-41D2-9CAA-23B802F3628E}" destId="{99D6E3D2-F108-46EB-9217-F9CE6987CBCC}" srcOrd="0" destOrd="0" parTransId="{6F64E2ED-9566-4E53-998C-DBD300B82BA1}" sibTransId="{9DACCF1E-3B25-4E2D-B5D8-5A5929104F42}"/>
    <dgm:cxn modelId="{D0EA8609-0371-4EA6-8994-0E528E666B43}" srcId="{3F89BB5E-6274-46B3-9D60-9E20BD3530AD}" destId="{908FCCE2-45B5-4D24-AE9F-3DEE01BD9D49}" srcOrd="0" destOrd="0" parTransId="{DBD50C5C-4D0F-4FE8-B12B-B34D7E2F7FA7}" sibTransId="{8E75D728-8917-4A44-9324-DA5960767995}"/>
    <dgm:cxn modelId="{FD3E2E13-3C57-4AC9-A636-986D371E975F}" type="presOf" srcId="{908FCCE2-45B5-4D24-AE9F-3DEE01BD9D49}" destId="{B6FC2166-1C53-4A70-BF25-C7828AE5921C}" srcOrd="0" destOrd="0" presId="urn:microsoft.com/office/officeart/2005/8/layout/vList5"/>
    <dgm:cxn modelId="{F124052B-6A16-47BB-B568-60FD6E7956EB}" srcId="{E7322797-FB2B-49B4-B983-766D172EE160}" destId="{9DCE91D3-BD88-47B9-B149-48FAC8F8995D}" srcOrd="4" destOrd="0" parTransId="{1774DDD2-2387-4001-9711-CF293EBFD78F}" sibTransId="{21B3F5F2-514E-4CA3-9FAC-21FDF18C2E26}"/>
    <dgm:cxn modelId="{FD0C7630-BCF0-401D-8969-CD56198A8241}" srcId="{20DC5077-CD8B-46FD-89F6-CB7EC77CD56A}" destId="{A7C5F983-2F98-4965-9CC7-D69AC20306E5}" srcOrd="0" destOrd="0" parTransId="{A1BBEADC-1204-4862-AA84-A87A763DFCB3}" sibTransId="{AA433E0D-3987-46F9-B862-EA9850AB351E}"/>
    <dgm:cxn modelId="{45A9AA39-C2C3-4688-8DAF-5D1FDF3C74D0}" srcId="{E7322797-FB2B-49B4-B983-766D172EE160}" destId="{20DC5077-CD8B-46FD-89F6-CB7EC77CD56A}" srcOrd="1" destOrd="0" parTransId="{00769546-55D4-4F6D-859D-C2C079A13C28}" sibTransId="{1CEDA580-456F-4F9B-9F0E-442434E599CF}"/>
    <dgm:cxn modelId="{B9FD7F5F-3878-4F0E-89A6-507DEADB9B2F}" type="presOf" srcId="{B1339A63-7080-4EF6-8582-578C61FA51C9}" destId="{EEFF1B65-15AF-429A-B27F-8438CB59B623}" srcOrd="0" destOrd="0" presId="urn:microsoft.com/office/officeart/2005/8/layout/vList5"/>
    <dgm:cxn modelId="{43375967-70C5-450D-9525-2F9062097E5F}" type="presOf" srcId="{E7322797-FB2B-49B4-B983-766D172EE160}" destId="{03E6A4DD-9C9F-49E0-B243-38B4BA97FDB6}" srcOrd="0" destOrd="0" presId="urn:microsoft.com/office/officeart/2005/8/layout/vList5"/>
    <dgm:cxn modelId="{1A08F749-8B54-4B2B-8A8D-82D41C8AD154}" type="presOf" srcId="{73278E8E-A4C4-4670-BDA3-7A320E2935DE}" destId="{A38D09B5-20FE-4B65-B487-80A7FF67BDEB}" srcOrd="0" destOrd="0" presId="urn:microsoft.com/office/officeart/2005/8/layout/vList5"/>
    <dgm:cxn modelId="{8768366F-DBE7-4E3A-B65F-27616297E665}" type="presOf" srcId="{A2868EEB-2106-41D2-9CAA-23B802F3628E}" destId="{1565C43A-C6E1-4D55-BE9E-E6FB7F9EF95E}" srcOrd="0" destOrd="0" presId="urn:microsoft.com/office/officeart/2005/8/layout/vList5"/>
    <dgm:cxn modelId="{13892155-3461-4E08-96CD-818B4F7F8B72}" type="presOf" srcId="{9DCE91D3-BD88-47B9-B149-48FAC8F8995D}" destId="{0FE8B3E4-0354-400A-B940-60E0BC183555}" srcOrd="0" destOrd="0" presId="urn:microsoft.com/office/officeart/2005/8/layout/vList5"/>
    <dgm:cxn modelId="{A4669575-A848-42EF-AAD9-9E9F0F9C617E}" srcId="{C714E617-5CE3-400E-B7D9-88B6752E8989}" destId="{AC705202-7E99-4A6A-862F-AA92173956BC}" srcOrd="0" destOrd="0" parTransId="{4F22ABAB-1CEC-4328-A56D-454258986581}" sibTransId="{D24568CA-6D39-4577-A179-E7E4F1F561AD}"/>
    <dgm:cxn modelId="{47975B78-6A5F-4DC0-98E6-2F06A7A23A41}" type="presOf" srcId="{8337778C-AF63-4B22-9C45-07ADE1010D9C}" destId="{644154CA-5D4F-46E3-946B-B49D535FFE69}" srcOrd="0" destOrd="0" presId="urn:microsoft.com/office/officeart/2005/8/layout/vList5"/>
    <dgm:cxn modelId="{DCAB6778-FECC-4399-935F-5322952C8329}" type="presOf" srcId="{C714E617-5CE3-400E-B7D9-88B6752E8989}" destId="{C1D1E351-4BA4-4935-AEF0-66092CFDCDC6}" srcOrd="0" destOrd="0" presId="urn:microsoft.com/office/officeart/2005/8/layout/vList5"/>
    <dgm:cxn modelId="{E33D7358-C5B8-4545-B90D-962DFA823BA5}" srcId="{73278E8E-A4C4-4670-BDA3-7A320E2935DE}" destId="{CC247DDB-F7E5-4183-BD94-C7F0399DEE7F}" srcOrd="0" destOrd="0" parTransId="{C1054840-09AE-4BCB-98FF-91D4A0D23C1B}" sibTransId="{6F5EEB89-538F-4C43-84F2-2AEEE1071A32}"/>
    <dgm:cxn modelId="{1B7AE05A-8C63-4391-82B0-D74E01A0CCB9}" type="presOf" srcId="{3E5E4154-E6F0-408C-8CAD-E2A89A9ECD08}" destId="{3DCF53B2-4ACD-4C42-BDF2-FE42D4F8035E}" srcOrd="0" destOrd="0" presId="urn:microsoft.com/office/officeart/2005/8/layout/vList5"/>
    <dgm:cxn modelId="{B1E7FB7A-EB5B-4BB5-B982-3FD0A22D9B3B}" type="presOf" srcId="{EA4EB662-ADE3-40CA-B4AB-B5043BECEB7E}" destId="{B424C359-18DB-403F-A337-9048DA4C2677}" srcOrd="0" destOrd="0" presId="urn:microsoft.com/office/officeart/2005/8/layout/vList5"/>
    <dgm:cxn modelId="{7B584191-8DF1-4510-B870-6425FEE75870}" srcId="{E7322797-FB2B-49B4-B983-766D172EE160}" destId="{C714E617-5CE3-400E-B7D9-88B6752E8989}" srcOrd="7" destOrd="0" parTransId="{D63624E3-6853-44FA-81FE-0786B422ACBD}" sibTransId="{51CDF0E2-BDBD-48A4-94DF-CF9748221975}"/>
    <dgm:cxn modelId="{B43D9491-A519-4AF1-A425-66D1E1DBBC5F}" srcId="{E7322797-FB2B-49B4-B983-766D172EE160}" destId="{A2868EEB-2106-41D2-9CAA-23B802F3628E}" srcOrd="3" destOrd="0" parTransId="{0A1BEDCF-16C6-412E-BEAC-0AE51CC76420}" sibTransId="{9D733EB3-E204-4D0B-8B8A-DB5BA897D081}"/>
    <dgm:cxn modelId="{85A91E93-B0AF-4A30-B66D-555EC00C19BA}" srcId="{9DCE91D3-BD88-47B9-B149-48FAC8F8995D}" destId="{D15EB9F0-6039-43E8-B6B7-3836E12B6DB3}" srcOrd="0" destOrd="0" parTransId="{6C604ADF-1CEA-4555-901C-167411FBDDF7}" sibTransId="{B6297801-FBF0-400A-BCA7-F85CC5638C73}"/>
    <dgm:cxn modelId="{99D95FA5-2ED4-493B-843B-BC6152EC57BD}" srcId="{3E5E4154-E6F0-408C-8CAD-E2A89A9ECD08}" destId="{EA4EB662-ADE3-40CA-B4AB-B5043BECEB7E}" srcOrd="0" destOrd="0" parTransId="{355C0454-5D7D-42C8-9803-B6238909BA7D}" sibTransId="{60E067BE-F3C9-4E74-A7E1-23F63943F449}"/>
    <dgm:cxn modelId="{B0A82BA7-C5E8-4807-A276-7A3CD21D1E2A}" type="presOf" srcId="{D15EB9F0-6039-43E8-B6B7-3836E12B6DB3}" destId="{9329CE25-B2F6-4010-B9B5-7EAAFC658CA4}" srcOrd="0" destOrd="0" presId="urn:microsoft.com/office/officeart/2005/8/layout/vList5"/>
    <dgm:cxn modelId="{C34190A8-F799-40B9-9EC6-7709969BCF87}" type="presOf" srcId="{99D6E3D2-F108-46EB-9217-F9CE6987CBCC}" destId="{C273201C-C54F-402D-A78F-F9A831FB8D94}" srcOrd="0" destOrd="0" presId="urn:microsoft.com/office/officeart/2005/8/layout/vList5"/>
    <dgm:cxn modelId="{48B2AFA8-34C2-47C9-9990-EEE5A7262C17}" type="presOf" srcId="{20DC5077-CD8B-46FD-89F6-CB7EC77CD56A}" destId="{DB638EA7-E480-42B4-819F-149B1F05971C}" srcOrd="0" destOrd="0" presId="urn:microsoft.com/office/officeart/2005/8/layout/vList5"/>
    <dgm:cxn modelId="{AA5A68B4-C058-48AE-B58A-B10097DB824E}" type="presOf" srcId="{3F89BB5E-6274-46B3-9D60-9E20BD3530AD}" destId="{B14F474E-D99E-48B0-BE78-905393DD1838}" srcOrd="0" destOrd="0" presId="urn:microsoft.com/office/officeart/2005/8/layout/vList5"/>
    <dgm:cxn modelId="{60C01FBA-4112-4761-9362-FD2783709BCE}" srcId="{E7322797-FB2B-49B4-B983-766D172EE160}" destId="{3E5E4154-E6F0-408C-8CAD-E2A89A9ECD08}" srcOrd="2" destOrd="0" parTransId="{24D73C5C-121C-4677-9199-DFAFDA8C3CA7}" sibTransId="{93E089C4-FE81-409C-9E63-178969ED8DED}"/>
    <dgm:cxn modelId="{8263EEBB-3CFF-4A1C-AE7F-1115E842FABD}" srcId="{B1339A63-7080-4EF6-8582-578C61FA51C9}" destId="{8337778C-AF63-4B22-9C45-07ADE1010D9C}" srcOrd="0" destOrd="0" parTransId="{8F3E10D6-3126-427E-B9DC-513256479555}" sibTransId="{2DCAA63E-E3F2-4005-9D88-A8A4EBE9EDF3}"/>
    <dgm:cxn modelId="{24A3AEC7-4896-4DA6-AF73-4C6CCEC3FA12}" srcId="{E7322797-FB2B-49B4-B983-766D172EE160}" destId="{73278E8E-A4C4-4670-BDA3-7A320E2935DE}" srcOrd="6" destOrd="0" parTransId="{76E817B3-7E2E-49DC-A84F-41FC83AD71AD}" sibTransId="{539C659E-13F4-4A76-86D6-3D07E547A5B7}"/>
    <dgm:cxn modelId="{2DDBE1CB-B476-4242-BDF6-AC17021C0C89}" srcId="{E7322797-FB2B-49B4-B983-766D172EE160}" destId="{3F89BB5E-6274-46B3-9D60-9E20BD3530AD}" srcOrd="0" destOrd="0" parTransId="{567EEACD-0AC0-40F3-A1E7-75830EE41771}" sibTransId="{7558D5EC-6CB9-4F23-B330-637A9136E20C}"/>
    <dgm:cxn modelId="{3538F1D8-5E57-4AC3-B4FA-D7BBAA2DAC69}" srcId="{E7322797-FB2B-49B4-B983-766D172EE160}" destId="{B1339A63-7080-4EF6-8582-578C61FA51C9}" srcOrd="5" destOrd="0" parTransId="{1F514F11-546A-4367-A61B-D0DE380F51BE}" sibTransId="{789FF8A8-0445-420C-92BC-6C76609E87C9}"/>
    <dgm:cxn modelId="{3816A9EB-1883-4757-B1F0-EC825EC77C0D}" type="presOf" srcId="{A7C5F983-2F98-4965-9CC7-D69AC20306E5}" destId="{E623E634-59FD-4626-AA90-0F0BB3471B68}" srcOrd="0" destOrd="0" presId="urn:microsoft.com/office/officeart/2005/8/layout/vList5"/>
    <dgm:cxn modelId="{8C9824F5-7E7C-4847-A80C-96CB6BCDC55B}" type="presOf" srcId="{CC247DDB-F7E5-4183-BD94-C7F0399DEE7F}" destId="{D127289C-55BB-49E9-B361-F89425276C48}" srcOrd="0" destOrd="0" presId="urn:microsoft.com/office/officeart/2005/8/layout/vList5"/>
    <dgm:cxn modelId="{692418B9-9F5E-4D56-9EDC-3844F90AD85A}" type="presParOf" srcId="{03E6A4DD-9C9F-49E0-B243-38B4BA97FDB6}" destId="{1F002E57-F180-41EA-B0AB-9303FC58D51B}" srcOrd="0" destOrd="0" presId="urn:microsoft.com/office/officeart/2005/8/layout/vList5"/>
    <dgm:cxn modelId="{9DF3C7CF-0DFA-430C-85BB-4D368EF5BE87}" type="presParOf" srcId="{1F002E57-F180-41EA-B0AB-9303FC58D51B}" destId="{B14F474E-D99E-48B0-BE78-905393DD1838}" srcOrd="0" destOrd="0" presId="urn:microsoft.com/office/officeart/2005/8/layout/vList5"/>
    <dgm:cxn modelId="{F3024812-AA33-4436-9D25-7683A4C6559A}" type="presParOf" srcId="{1F002E57-F180-41EA-B0AB-9303FC58D51B}" destId="{B6FC2166-1C53-4A70-BF25-C7828AE5921C}" srcOrd="1" destOrd="0" presId="urn:microsoft.com/office/officeart/2005/8/layout/vList5"/>
    <dgm:cxn modelId="{0FF38752-0879-4A74-878A-73DE553174B4}" type="presParOf" srcId="{03E6A4DD-9C9F-49E0-B243-38B4BA97FDB6}" destId="{3F84297F-4CDF-44BA-807D-FA731FBEF253}" srcOrd="1" destOrd="0" presId="urn:microsoft.com/office/officeart/2005/8/layout/vList5"/>
    <dgm:cxn modelId="{50179658-3B29-42E0-B110-66AC8FE8F8F6}" type="presParOf" srcId="{03E6A4DD-9C9F-49E0-B243-38B4BA97FDB6}" destId="{E53D67CA-CAE1-49B7-8D3E-532E2C1CA7F3}" srcOrd="2" destOrd="0" presId="urn:microsoft.com/office/officeart/2005/8/layout/vList5"/>
    <dgm:cxn modelId="{10B85DAF-526D-4A3D-AB43-03EEDA821249}" type="presParOf" srcId="{E53D67CA-CAE1-49B7-8D3E-532E2C1CA7F3}" destId="{DB638EA7-E480-42B4-819F-149B1F05971C}" srcOrd="0" destOrd="0" presId="urn:microsoft.com/office/officeart/2005/8/layout/vList5"/>
    <dgm:cxn modelId="{49B261EB-3E03-4343-B20D-496C4B76C35C}" type="presParOf" srcId="{E53D67CA-CAE1-49B7-8D3E-532E2C1CA7F3}" destId="{E623E634-59FD-4626-AA90-0F0BB3471B68}" srcOrd="1" destOrd="0" presId="urn:microsoft.com/office/officeart/2005/8/layout/vList5"/>
    <dgm:cxn modelId="{34526D15-C032-462D-9BF2-A9580BE42175}" type="presParOf" srcId="{03E6A4DD-9C9F-49E0-B243-38B4BA97FDB6}" destId="{5D22D13F-B9E0-459A-8953-569B96448650}" srcOrd="3" destOrd="0" presId="urn:microsoft.com/office/officeart/2005/8/layout/vList5"/>
    <dgm:cxn modelId="{93278116-5ED7-491F-B730-4DEF3D7EEDFC}" type="presParOf" srcId="{03E6A4DD-9C9F-49E0-B243-38B4BA97FDB6}" destId="{D225D836-FC24-4F2C-880B-64C608290B35}" srcOrd="4" destOrd="0" presId="urn:microsoft.com/office/officeart/2005/8/layout/vList5"/>
    <dgm:cxn modelId="{D074B27B-E1AE-4B58-89D2-0DEAEC27655C}" type="presParOf" srcId="{D225D836-FC24-4F2C-880B-64C608290B35}" destId="{3DCF53B2-4ACD-4C42-BDF2-FE42D4F8035E}" srcOrd="0" destOrd="0" presId="urn:microsoft.com/office/officeart/2005/8/layout/vList5"/>
    <dgm:cxn modelId="{E2D9471E-22A8-499B-BD01-AC124DA5583E}" type="presParOf" srcId="{D225D836-FC24-4F2C-880B-64C608290B35}" destId="{B424C359-18DB-403F-A337-9048DA4C2677}" srcOrd="1" destOrd="0" presId="urn:microsoft.com/office/officeart/2005/8/layout/vList5"/>
    <dgm:cxn modelId="{0BAFA4F0-98EB-494B-8696-570BA95B7797}" type="presParOf" srcId="{03E6A4DD-9C9F-49E0-B243-38B4BA97FDB6}" destId="{A924E9DF-C83F-4958-979A-473F3185E977}" srcOrd="5" destOrd="0" presId="urn:microsoft.com/office/officeart/2005/8/layout/vList5"/>
    <dgm:cxn modelId="{438B7CF4-9565-4971-9B85-45F25FE91BBE}" type="presParOf" srcId="{03E6A4DD-9C9F-49E0-B243-38B4BA97FDB6}" destId="{904F3293-5AE0-497D-9A2F-81B3514E1DAA}" srcOrd="6" destOrd="0" presId="urn:microsoft.com/office/officeart/2005/8/layout/vList5"/>
    <dgm:cxn modelId="{4E1AA0E9-4FEE-49CE-8651-D53F9FB7D4BD}" type="presParOf" srcId="{904F3293-5AE0-497D-9A2F-81B3514E1DAA}" destId="{1565C43A-C6E1-4D55-BE9E-E6FB7F9EF95E}" srcOrd="0" destOrd="0" presId="urn:microsoft.com/office/officeart/2005/8/layout/vList5"/>
    <dgm:cxn modelId="{B5048B67-B0A1-4476-AC7D-20C150C5B842}" type="presParOf" srcId="{904F3293-5AE0-497D-9A2F-81B3514E1DAA}" destId="{C273201C-C54F-402D-A78F-F9A831FB8D94}" srcOrd="1" destOrd="0" presId="urn:microsoft.com/office/officeart/2005/8/layout/vList5"/>
    <dgm:cxn modelId="{59EFDEBC-0FCB-4C3C-BDAB-A186088CCA5F}" type="presParOf" srcId="{03E6A4DD-9C9F-49E0-B243-38B4BA97FDB6}" destId="{CBAD83B6-D6DB-446B-B4D2-C4E7C1C11633}" srcOrd="7" destOrd="0" presId="urn:microsoft.com/office/officeart/2005/8/layout/vList5"/>
    <dgm:cxn modelId="{2B53652D-4C56-4EDD-9FF1-9075A20BC74B}" type="presParOf" srcId="{03E6A4DD-9C9F-49E0-B243-38B4BA97FDB6}" destId="{2DE1FFD5-A236-4D13-B701-B1E8AA5BBE96}" srcOrd="8" destOrd="0" presId="urn:microsoft.com/office/officeart/2005/8/layout/vList5"/>
    <dgm:cxn modelId="{FF7FA116-3F27-4840-9FAF-607328F2AA2C}" type="presParOf" srcId="{2DE1FFD5-A236-4D13-B701-B1E8AA5BBE96}" destId="{0FE8B3E4-0354-400A-B940-60E0BC183555}" srcOrd="0" destOrd="0" presId="urn:microsoft.com/office/officeart/2005/8/layout/vList5"/>
    <dgm:cxn modelId="{D19802E1-214F-4687-A6C8-4206051ADA67}" type="presParOf" srcId="{2DE1FFD5-A236-4D13-B701-B1E8AA5BBE96}" destId="{9329CE25-B2F6-4010-B9B5-7EAAFC658CA4}" srcOrd="1" destOrd="0" presId="urn:microsoft.com/office/officeart/2005/8/layout/vList5"/>
    <dgm:cxn modelId="{D60592BF-1CC9-4C03-B60D-55F1665E4295}" type="presParOf" srcId="{03E6A4DD-9C9F-49E0-B243-38B4BA97FDB6}" destId="{A243A6E1-B947-4D3A-B069-B4DE6F32318A}" srcOrd="9" destOrd="0" presId="urn:microsoft.com/office/officeart/2005/8/layout/vList5"/>
    <dgm:cxn modelId="{318106B8-0986-4EDF-9800-E7947D9AF4B3}" type="presParOf" srcId="{03E6A4DD-9C9F-49E0-B243-38B4BA97FDB6}" destId="{DBE1B852-BE91-45C3-8EE8-9C7E6313A441}" srcOrd="10" destOrd="0" presId="urn:microsoft.com/office/officeart/2005/8/layout/vList5"/>
    <dgm:cxn modelId="{469A93B4-BCC8-4454-9F35-B0DB4052670E}" type="presParOf" srcId="{DBE1B852-BE91-45C3-8EE8-9C7E6313A441}" destId="{EEFF1B65-15AF-429A-B27F-8438CB59B623}" srcOrd="0" destOrd="0" presId="urn:microsoft.com/office/officeart/2005/8/layout/vList5"/>
    <dgm:cxn modelId="{F3269108-E982-4C3B-92C8-C6B7A8F4DB3A}" type="presParOf" srcId="{DBE1B852-BE91-45C3-8EE8-9C7E6313A441}" destId="{644154CA-5D4F-46E3-946B-B49D535FFE69}" srcOrd="1" destOrd="0" presId="urn:microsoft.com/office/officeart/2005/8/layout/vList5"/>
    <dgm:cxn modelId="{DE72B86C-9542-4FDB-B1BD-4BAA64A245B2}" type="presParOf" srcId="{03E6A4DD-9C9F-49E0-B243-38B4BA97FDB6}" destId="{022C7B38-B90D-48BE-B035-842613661D12}" srcOrd="11" destOrd="0" presId="urn:microsoft.com/office/officeart/2005/8/layout/vList5"/>
    <dgm:cxn modelId="{E7652212-618F-40F9-A1F5-61A0D3FD27E6}" type="presParOf" srcId="{03E6A4DD-9C9F-49E0-B243-38B4BA97FDB6}" destId="{76C1A62B-FE11-4D5C-A898-B405F97005C9}" srcOrd="12" destOrd="0" presId="urn:microsoft.com/office/officeart/2005/8/layout/vList5"/>
    <dgm:cxn modelId="{996FCF8B-53CD-40D7-ACD1-FCCC01BC8EA5}" type="presParOf" srcId="{76C1A62B-FE11-4D5C-A898-B405F97005C9}" destId="{A38D09B5-20FE-4B65-B487-80A7FF67BDEB}" srcOrd="0" destOrd="0" presId="urn:microsoft.com/office/officeart/2005/8/layout/vList5"/>
    <dgm:cxn modelId="{5DFD50EB-3C29-4765-961E-5B58512ACF73}" type="presParOf" srcId="{76C1A62B-FE11-4D5C-A898-B405F97005C9}" destId="{D127289C-55BB-49E9-B361-F89425276C48}" srcOrd="1" destOrd="0" presId="urn:microsoft.com/office/officeart/2005/8/layout/vList5"/>
    <dgm:cxn modelId="{0D867897-67F7-4312-8CDB-A6ADA91DF9E1}" type="presParOf" srcId="{03E6A4DD-9C9F-49E0-B243-38B4BA97FDB6}" destId="{937190F1-CD69-4745-8F8D-A363F79A87F1}" srcOrd="13" destOrd="0" presId="urn:microsoft.com/office/officeart/2005/8/layout/vList5"/>
    <dgm:cxn modelId="{1CB6E433-C112-478C-917A-83039D77ED9D}" type="presParOf" srcId="{03E6A4DD-9C9F-49E0-B243-38B4BA97FDB6}" destId="{9D67AD5E-38CF-4393-BA21-BFC6371D7AE8}" srcOrd="14" destOrd="0" presId="urn:microsoft.com/office/officeart/2005/8/layout/vList5"/>
    <dgm:cxn modelId="{49B22876-36EC-4EA7-ACEA-5C193319A5F8}" type="presParOf" srcId="{9D67AD5E-38CF-4393-BA21-BFC6371D7AE8}" destId="{C1D1E351-4BA4-4935-AEF0-66092CFDCDC6}" srcOrd="0" destOrd="0" presId="urn:microsoft.com/office/officeart/2005/8/layout/vList5"/>
    <dgm:cxn modelId="{E66A93C0-0CF5-4921-AD72-C53B3D1F8E95}" type="presParOf" srcId="{9D67AD5E-38CF-4393-BA21-BFC6371D7AE8}" destId="{519A0F10-8DB0-434D-81DD-2B53335586C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7322797-FB2B-49B4-B983-766D172EE160}" type="doc">
      <dgm:prSet loTypeId="urn:microsoft.com/office/officeart/2005/8/layout/vList5" loCatId="list" qsTypeId="urn:microsoft.com/office/officeart/2005/8/quickstyle/simple1#7" qsCatId="simple" csTypeId="urn:microsoft.com/office/officeart/2005/8/colors/accent1_2#7" csCatId="accent1" phldr="1"/>
      <dgm:spPr/>
      <dgm:t>
        <a:bodyPr/>
        <a:lstStyle/>
        <a:p>
          <a:endParaRPr lang="zh-CN" altLang="en-US"/>
        </a:p>
      </dgm:t>
    </dgm:pt>
    <dgm:pt modelId="{3F89BB5E-6274-46B3-9D60-9E20BD3530AD}">
      <dgm:prSet phldrT="[文本]" custT="1"/>
      <dgm:spPr>
        <a:xfrm>
          <a:off x="353326" y="19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567EEACD-0AC0-40F3-A1E7-75830EE41771}" cxnId="{2DDBE1CB-B476-4242-BDF6-AC17021C0C89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558D5EC-6CB9-4F23-B330-637A9136E20C}" cxnId="{2DDBE1CB-B476-4242-BDF6-AC17021C0C89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08FCCE2-45B5-4D24-AE9F-3DEE01BD9D49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BD50C5C-4D0F-4FE8-B12B-B34D7E2F7FA7}" cxnId="{D0EA8609-0371-4EA6-8994-0E528E666B43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E75D728-8917-4A44-9324-DA5960767995}" cxnId="{D0EA8609-0371-4EA6-8994-0E528E666B43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0DC5077-CD8B-46FD-89F6-CB7EC77CD56A}">
      <dgm:prSet phldrT="[文本]" custT="1"/>
      <dgm:spPr>
        <a:xfrm>
          <a:off x="353326" y="60734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0769546-55D4-4F6D-859D-C2C079A13C28}" cxnId="{45A9AA39-C2C3-4688-8DAF-5D1FDF3C74D0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1CEDA580-456F-4F9B-9F0E-442434E599CF}" cxnId="{45A9AA39-C2C3-4688-8DAF-5D1FDF3C74D0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7C5F983-2F98-4965-9CC7-D69AC20306E5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A1BBEADC-1204-4862-AA84-A87A763DFCB3}" cxnId="{FD0C7630-BCF0-401D-8969-CD56198A8241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A433E0D-3987-46F9-B862-EA9850AB351E}" cxnId="{FD0C7630-BCF0-401D-8969-CD56198A8241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3E5E4154-E6F0-408C-8CAD-E2A89A9ECD08}">
      <dgm:prSet phldrT="[文本]" custT="1"/>
      <dgm:spPr>
        <a:xfrm>
          <a:off x="353326" y="12144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24D73C5C-121C-4677-9199-DFAFDA8C3CA7}" cxnId="{60C01FBA-4112-4761-9362-FD2783709BCE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3E089C4-FE81-409C-9E63-178969ED8DED}" cxnId="{60C01FBA-4112-4761-9362-FD2783709BCE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C247DDB-F7E5-4183-BD94-C7F0399DEE7F}">
      <dgm:prSet phldrT="[文本]" custT="1"/>
      <dgm:spPr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C1054840-09AE-4BCB-98FF-91D4A0D23C1B}" cxnId="{E33D7358-C5B8-4545-B90D-962DFA823BA5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F5EEB89-538F-4C43-84F2-2AEEE1071A32}" cxnId="{E33D7358-C5B8-4545-B90D-962DFA823BA5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EA4EB662-ADE3-40CA-B4AB-B5043BECEB7E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355C0454-5D7D-42C8-9803-B6238909BA7D}" cxnId="{99D95FA5-2ED4-493B-843B-BC6152EC57B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0E067BE-F3C9-4E74-A7E1-23F63943F449}" cxnId="{99D95FA5-2ED4-493B-843B-BC6152EC57B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2868EEB-2106-41D2-9CAA-23B802F3628E}">
      <dgm:prSet phldrT="[文本]" custT="1"/>
      <dgm:spPr>
        <a:xfrm>
          <a:off x="353326" y="182164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A1BEDCF-16C6-412E-BEAC-0AE51CC76420}" cxnId="{B43D9491-A519-4AF1-A425-66D1E1DBBC5F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733EB3-E204-4D0B-8B8A-DB5BA897D081}" cxnId="{B43D9491-A519-4AF1-A425-66D1E1DBBC5F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9D6E3D2-F108-46EB-9217-F9CE6987CBCC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F64E2ED-9566-4E53-998C-DBD300B82BA1}" cxnId="{524E4B04-E0CF-4E6A-A9F0-93C6E21A0AAB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ACCF1E-3B25-4E2D-B5D8-5A5929104F42}" cxnId="{524E4B04-E0CF-4E6A-A9F0-93C6E21A0AAB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CE91D3-BD88-47B9-B149-48FAC8F8995D}">
      <dgm:prSet phldrT="[文本]" custT="1"/>
      <dgm:spPr>
        <a:xfrm>
          <a:off x="353326" y="24287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774DDD2-2387-4001-9711-CF293EBFD78F}" cxnId="{F124052B-6A16-47BB-B568-60FD6E7956EB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1B3F5F2-514E-4CA3-9FAC-21FDF18C2E26}" cxnId="{F124052B-6A16-47BB-B568-60FD6E7956EB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D15EB9F0-6039-43E8-B6B7-3836E12B6DB3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C604ADF-1CEA-4555-901C-167411FBDDF7}" cxnId="{85A91E93-B0AF-4A30-B66D-555EC00C19BA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6297801-FBF0-400A-BCA7-F85CC5638C73}" cxnId="{85A91E93-B0AF-4A30-B66D-555EC00C19BA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1339A63-7080-4EF6-8582-578C61FA51C9}">
      <dgm:prSet phldrT="[文本]" custT="1"/>
      <dgm:spPr>
        <a:xfrm>
          <a:off x="353326" y="303594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F514F11-546A-4367-A61B-D0DE380F51BE}" cxnId="{3538F1D8-5E57-4AC3-B4FA-D7BBAA2DAC69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89FF8A8-0445-420C-92BC-6C76609E87C9}" cxnId="{3538F1D8-5E57-4AC3-B4FA-D7BBAA2DAC69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337778C-AF63-4B22-9C45-07ADE1010D9C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</a:t>
          </a: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8F3E10D6-3126-427E-B9DC-513256479555}" cxnId="{8263EEBB-3CFF-4A1C-AE7F-1115E842FAB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DCAA63E-E3F2-4005-9D88-A8A4EBE9EDF3}" cxnId="{8263EEBB-3CFF-4A1C-AE7F-1115E842FAB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3278E8E-A4C4-4670-BDA3-7A320E2935DE}">
      <dgm:prSet phldrT="[文本]" custT="1"/>
      <dgm:spPr>
        <a:xfrm>
          <a:off x="353326" y="364309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76E817B3-7E2E-49DC-A84F-41FC83AD71AD}" cxnId="{24A3AEC7-4896-4DA6-AF73-4C6CCEC3FA12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539C659E-13F4-4A76-86D6-3D07E547A5B7}" cxnId="{24A3AEC7-4896-4DA6-AF73-4C6CCEC3FA12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714E617-5CE3-400E-B7D9-88B6752E8989}">
      <dgm:prSet phldrT="[文本]"/>
      <dgm:spPr>
        <a:xfrm>
          <a:off x="353326" y="4250244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63624E3-6853-44FA-81FE-0786B422ACBD}" cxnId="{7B584191-8DF1-4510-B870-6425FEE75870}" type="parTrans">
      <dgm:prSet/>
      <dgm:spPr/>
      <dgm:t>
        <a:bodyPr/>
        <a:lstStyle/>
        <a:p>
          <a:endParaRPr lang="zh-CN" altLang="en-US"/>
        </a:p>
      </dgm:t>
    </dgm:pt>
    <dgm:pt modelId="{51CDF0E2-BDBD-48A4-94DF-CF9748221975}" cxnId="{7B584191-8DF1-4510-B870-6425FEE75870}" type="sibTrans">
      <dgm:prSet/>
      <dgm:spPr/>
      <dgm:t>
        <a:bodyPr/>
        <a:lstStyle/>
        <a:p>
          <a:endParaRPr lang="zh-CN" altLang="en-US"/>
        </a:p>
      </dgm:t>
    </dgm:pt>
    <dgm:pt modelId="{AC705202-7E99-4A6A-862F-AA92173956BC}">
      <dgm:prSet custT="1"/>
      <dgm:spPr>
        <a:xfrm rot="5400000">
          <a:off x="3374414" y="1873009"/>
          <a:ext cx="462590" cy="5332708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4F22ABAB-1CEC-4328-A56D-454258986581}" cxnId="{A4669575-A848-42EF-AAD9-9E9F0F9C617E}" type="parTrans">
      <dgm:prSet/>
      <dgm:spPr/>
      <dgm:t>
        <a:bodyPr/>
        <a:lstStyle/>
        <a:p>
          <a:endParaRPr lang="zh-CN" altLang="en-US"/>
        </a:p>
      </dgm:t>
    </dgm:pt>
    <dgm:pt modelId="{D24568CA-6D39-4577-A179-E7E4F1F561AD}" cxnId="{A4669575-A848-42EF-AAD9-9E9F0F9C617E}" type="sibTrans">
      <dgm:prSet/>
      <dgm:spPr/>
      <dgm:t>
        <a:bodyPr/>
        <a:lstStyle/>
        <a:p>
          <a:endParaRPr lang="zh-CN" altLang="en-US"/>
        </a:p>
      </dgm:t>
    </dgm:pt>
    <dgm:pt modelId="{03E6A4DD-9C9F-49E0-B243-38B4BA97FDB6}" type="pres">
      <dgm:prSet presAssocID="{E7322797-FB2B-49B4-B983-766D172EE160}" presName="Name0" presStyleCnt="0">
        <dgm:presLayoutVars>
          <dgm:dir/>
          <dgm:animLvl val="lvl"/>
          <dgm:resizeHandles val="exact"/>
        </dgm:presLayoutVars>
      </dgm:prSet>
      <dgm:spPr/>
    </dgm:pt>
    <dgm:pt modelId="{1F002E57-F180-41EA-B0AB-9303FC58D51B}" type="pres">
      <dgm:prSet presAssocID="{3F89BB5E-6274-46B3-9D60-9E20BD3530AD}" presName="linNode" presStyleCnt="0"/>
      <dgm:spPr/>
    </dgm:pt>
    <dgm:pt modelId="{B14F474E-D99E-48B0-BE78-905393DD1838}" type="pres">
      <dgm:prSet presAssocID="{3F89BB5E-6274-46B3-9D60-9E20BD3530AD}" presName="parentText" presStyleLbl="node1" presStyleIdx="0" presStyleCnt="8" custScaleX="24570">
        <dgm:presLayoutVars>
          <dgm:chMax val="1"/>
          <dgm:bulletEnabled val="1"/>
        </dgm:presLayoutVars>
      </dgm:prSet>
      <dgm:spPr>
        <a:xfrm>
          <a:off x="523466" y="191"/>
          <a:ext cx="1338207" cy="578238"/>
        </a:xfrm>
        <a:prstGeom prst="roundRect">
          <a:avLst/>
        </a:prstGeom>
      </dgm:spPr>
    </dgm:pt>
    <dgm:pt modelId="{B6FC2166-1C53-4A70-BF25-C7828AE5921C}" type="pres">
      <dgm:prSet presAssocID="{3F89BB5E-6274-46B3-9D60-9E20BD3530AD}" presName="descendantText" presStyleLbl="alignAccFollowNode1" presStyleIdx="0" presStyleCnt="8" custScaleX="125110">
        <dgm:presLayoutVars>
          <dgm:bulletEnabled val="1"/>
        </dgm:presLayoutVars>
      </dgm:prSet>
      <dgm:spPr>
        <a:xfrm rot="5400000">
          <a:off x="3360549" y="-2363177"/>
          <a:ext cx="462590" cy="5304977"/>
        </a:xfrm>
        <a:prstGeom prst="round2SameRect">
          <a:avLst/>
        </a:prstGeom>
      </dgm:spPr>
    </dgm:pt>
    <dgm:pt modelId="{3F84297F-4CDF-44BA-807D-FA731FBEF253}" type="pres">
      <dgm:prSet presAssocID="{7558D5EC-6CB9-4F23-B330-637A9136E20C}" presName="sp" presStyleCnt="0"/>
      <dgm:spPr/>
    </dgm:pt>
    <dgm:pt modelId="{E53D67CA-CAE1-49B7-8D3E-532E2C1CA7F3}" type="pres">
      <dgm:prSet presAssocID="{20DC5077-CD8B-46FD-89F6-CB7EC77CD56A}" presName="linNode" presStyleCnt="0"/>
      <dgm:spPr/>
    </dgm:pt>
    <dgm:pt modelId="{DB638EA7-E480-42B4-819F-149B1F05971C}" type="pres">
      <dgm:prSet presAssocID="{20DC5077-CD8B-46FD-89F6-CB7EC77CD56A}" presName="parentText" presStyleLbl="node1" presStyleIdx="1" presStyleCnt="8" custScaleX="24570">
        <dgm:presLayoutVars>
          <dgm:chMax val="1"/>
          <dgm:bulletEnabled val="1"/>
        </dgm:presLayoutVars>
      </dgm:prSet>
      <dgm:spPr>
        <a:xfrm>
          <a:off x="523466" y="607341"/>
          <a:ext cx="1338207" cy="578238"/>
        </a:xfrm>
        <a:prstGeom prst="roundRect">
          <a:avLst/>
        </a:prstGeom>
      </dgm:spPr>
    </dgm:pt>
    <dgm:pt modelId="{E623E634-59FD-4626-AA90-0F0BB3471B68}" type="pres">
      <dgm:prSet presAssocID="{20DC5077-CD8B-46FD-89F6-CB7EC77CD56A}" presName="descendantText" presStyleLbl="alignAccFollowNode1" presStyleIdx="1" presStyleCnt="8" custScaleX="125110">
        <dgm:presLayoutVars>
          <dgm:bulletEnabled val="1"/>
        </dgm:presLayoutVars>
      </dgm:prSet>
      <dgm:spPr>
        <a:xfrm rot="5400000">
          <a:off x="3360549" y="-1756027"/>
          <a:ext cx="462590" cy="5304977"/>
        </a:xfrm>
        <a:prstGeom prst="round2SameRect">
          <a:avLst/>
        </a:prstGeom>
      </dgm:spPr>
    </dgm:pt>
    <dgm:pt modelId="{5D22D13F-B9E0-459A-8953-569B96448650}" type="pres">
      <dgm:prSet presAssocID="{1CEDA580-456F-4F9B-9F0E-442434E599CF}" presName="sp" presStyleCnt="0"/>
      <dgm:spPr/>
    </dgm:pt>
    <dgm:pt modelId="{D225D836-FC24-4F2C-880B-64C608290B35}" type="pres">
      <dgm:prSet presAssocID="{3E5E4154-E6F0-408C-8CAD-E2A89A9ECD08}" presName="linNode" presStyleCnt="0"/>
      <dgm:spPr/>
    </dgm:pt>
    <dgm:pt modelId="{3DCF53B2-4ACD-4C42-BDF2-FE42D4F8035E}" type="pres">
      <dgm:prSet presAssocID="{3E5E4154-E6F0-408C-8CAD-E2A89A9ECD08}" presName="parentText" presStyleLbl="node1" presStyleIdx="2" presStyleCnt="8" custScaleX="24570">
        <dgm:presLayoutVars>
          <dgm:chMax val="1"/>
          <dgm:bulletEnabled val="1"/>
        </dgm:presLayoutVars>
      </dgm:prSet>
      <dgm:spPr>
        <a:xfrm>
          <a:off x="523466" y="1821642"/>
          <a:ext cx="1338207" cy="578238"/>
        </a:xfrm>
        <a:prstGeom prst="roundRect">
          <a:avLst/>
        </a:prstGeom>
      </dgm:spPr>
    </dgm:pt>
    <dgm:pt modelId="{B424C359-18DB-403F-A337-9048DA4C2677}" type="pres">
      <dgm:prSet presAssocID="{3E5E4154-E6F0-408C-8CAD-E2A89A9ECD08}" presName="descendantText" presStyleLbl="alignAccFollowNode1" presStyleIdx="2" presStyleCnt="8" custScaleX="125110">
        <dgm:presLayoutVars>
          <dgm:bulletEnabled val="1"/>
        </dgm:presLayoutVars>
      </dgm:prSet>
      <dgm:spPr>
        <a:xfrm rot="5400000">
          <a:off x="3360549" y="-1148877"/>
          <a:ext cx="462590" cy="5304977"/>
        </a:xfrm>
        <a:prstGeom prst="round2SameRect">
          <a:avLst/>
        </a:prstGeom>
      </dgm:spPr>
    </dgm:pt>
    <dgm:pt modelId="{A924E9DF-C83F-4958-979A-473F3185E977}" type="pres">
      <dgm:prSet presAssocID="{93E089C4-FE81-409C-9E63-178969ED8DED}" presName="sp" presStyleCnt="0"/>
      <dgm:spPr/>
    </dgm:pt>
    <dgm:pt modelId="{904F3293-5AE0-497D-9A2F-81B3514E1DAA}" type="pres">
      <dgm:prSet presAssocID="{A2868EEB-2106-41D2-9CAA-23B802F3628E}" presName="linNode" presStyleCnt="0"/>
      <dgm:spPr/>
    </dgm:pt>
    <dgm:pt modelId="{1565C43A-C6E1-4D55-BE9E-E6FB7F9EF95E}" type="pres">
      <dgm:prSet presAssocID="{A2868EEB-2106-41D2-9CAA-23B802F3628E}" presName="parentText" presStyleLbl="node1" presStyleIdx="3" presStyleCnt="8" custScaleX="24570">
        <dgm:presLayoutVars>
          <dgm:chMax val="1"/>
          <dgm:bulletEnabled val="1"/>
        </dgm:presLayoutVars>
      </dgm:prSet>
      <dgm:spPr>
        <a:xfrm>
          <a:off x="523466" y="2428792"/>
          <a:ext cx="1338207" cy="578238"/>
        </a:xfrm>
        <a:prstGeom prst="roundRect">
          <a:avLst/>
        </a:prstGeom>
      </dgm:spPr>
    </dgm:pt>
    <dgm:pt modelId="{C273201C-C54F-402D-A78F-F9A831FB8D94}" type="pres">
      <dgm:prSet presAssocID="{A2868EEB-2106-41D2-9CAA-23B802F3628E}" presName="descendantText" presStyleLbl="alignAccFollowNode1" presStyleIdx="3" presStyleCnt="8" custScaleX="125110">
        <dgm:presLayoutVars>
          <dgm:bulletEnabled val="1"/>
        </dgm:presLayoutVars>
      </dgm:prSet>
      <dgm:spPr>
        <a:xfrm rot="5400000">
          <a:off x="3360549" y="-541726"/>
          <a:ext cx="462590" cy="5304977"/>
        </a:xfrm>
        <a:prstGeom prst="round2SameRect">
          <a:avLst/>
        </a:prstGeom>
      </dgm:spPr>
    </dgm:pt>
    <dgm:pt modelId="{CBAD83B6-D6DB-446B-B4D2-C4E7C1C11633}" type="pres">
      <dgm:prSet presAssocID="{9D733EB3-E204-4D0B-8B8A-DB5BA897D081}" presName="sp" presStyleCnt="0"/>
      <dgm:spPr/>
    </dgm:pt>
    <dgm:pt modelId="{2DE1FFD5-A236-4D13-B701-B1E8AA5BBE96}" type="pres">
      <dgm:prSet presAssocID="{9DCE91D3-BD88-47B9-B149-48FAC8F8995D}" presName="linNode" presStyleCnt="0"/>
      <dgm:spPr/>
    </dgm:pt>
    <dgm:pt modelId="{0FE8B3E4-0354-400A-B940-60E0BC183555}" type="pres">
      <dgm:prSet presAssocID="{9DCE91D3-BD88-47B9-B149-48FAC8F8995D}" presName="parentText" presStyleLbl="node1" presStyleIdx="4" presStyleCnt="8" custScaleX="24570">
        <dgm:presLayoutVars>
          <dgm:chMax val="1"/>
          <dgm:bulletEnabled val="1"/>
        </dgm:presLayoutVars>
      </dgm:prSet>
      <dgm:spPr>
        <a:xfrm>
          <a:off x="523466" y="3035943"/>
          <a:ext cx="1338207" cy="578238"/>
        </a:xfrm>
        <a:prstGeom prst="roundRect">
          <a:avLst/>
        </a:prstGeom>
      </dgm:spPr>
    </dgm:pt>
    <dgm:pt modelId="{9329CE25-B2F6-4010-B9B5-7EAAFC658CA4}" type="pres">
      <dgm:prSet presAssocID="{9DCE91D3-BD88-47B9-B149-48FAC8F8995D}" presName="descendantText" presStyleLbl="alignAccFollowNode1" presStyleIdx="4" presStyleCnt="8" custScaleX="125110">
        <dgm:presLayoutVars>
          <dgm:bulletEnabled val="1"/>
        </dgm:presLayoutVars>
      </dgm:prSet>
      <dgm:spPr>
        <a:xfrm rot="5400000">
          <a:off x="3360549" y="65423"/>
          <a:ext cx="462590" cy="5304977"/>
        </a:xfrm>
        <a:prstGeom prst="round2SameRect">
          <a:avLst/>
        </a:prstGeom>
      </dgm:spPr>
    </dgm:pt>
    <dgm:pt modelId="{A243A6E1-B947-4D3A-B069-B4DE6F32318A}" type="pres">
      <dgm:prSet presAssocID="{21B3F5F2-514E-4CA3-9FAC-21FDF18C2E26}" presName="sp" presStyleCnt="0"/>
      <dgm:spPr/>
    </dgm:pt>
    <dgm:pt modelId="{DBE1B852-BE91-45C3-8EE8-9C7E6313A441}" type="pres">
      <dgm:prSet presAssocID="{B1339A63-7080-4EF6-8582-578C61FA51C9}" presName="linNode" presStyleCnt="0"/>
      <dgm:spPr/>
    </dgm:pt>
    <dgm:pt modelId="{EEFF1B65-15AF-429A-B27F-8438CB59B623}" type="pres">
      <dgm:prSet presAssocID="{B1339A63-7080-4EF6-8582-578C61FA51C9}" presName="parentText" presStyleLbl="node1" presStyleIdx="5" presStyleCnt="8" custScaleX="24570">
        <dgm:presLayoutVars>
          <dgm:chMax val="1"/>
          <dgm:bulletEnabled val="1"/>
        </dgm:presLayoutVars>
      </dgm:prSet>
      <dgm:spPr>
        <a:xfrm>
          <a:off x="523466" y="3643093"/>
          <a:ext cx="1338207" cy="578238"/>
        </a:xfrm>
        <a:prstGeom prst="roundRect">
          <a:avLst/>
        </a:prstGeom>
      </dgm:spPr>
    </dgm:pt>
    <dgm:pt modelId="{644154CA-5D4F-46E3-946B-B49D535FFE69}" type="pres">
      <dgm:prSet presAssocID="{B1339A63-7080-4EF6-8582-578C61FA51C9}" presName="descendantText" presStyleLbl="alignAccFollowNode1" presStyleIdx="5" presStyleCnt="8" custScaleX="125110" custLinFactNeighborX="1169" custLinFactNeighborY="5764">
        <dgm:presLayoutVars>
          <dgm:bulletEnabled val="1"/>
        </dgm:presLayoutVars>
      </dgm:prSet>
      <dgm:spPr>
        <a:xfrm rot="5400000">
          <a:off x="3388431" y="699237"/>
          <a:ext cx="462590" cy="5304977"/>
        </a:xfrm>
        <a:prstGeom prst="round2SameRect">
          <a:avLst/>
        </a:prstGeom>
      </dgm:spPr>
    </dgm:pt>
    <dgm:pt modelId="{022C7B38-B90D-48BE-B035-842613661D12}" type="pres">
      <dgm:prSet presAssocID="{789FF8A8-0445-420C-92BC-6C76609E87C9}" presName="sp" presStyleCnt="0"/>
      <dgm:spPr/>
    </dgm:pt>
    <dgm:pt modelId="{76C1A62B-FE11-4D5C-A898-B405F97005C9}" type="pres">
      <dgm:prSet presAssocID="{73278E8E-A4C4-4670-BDA3-7A320E2935DE}" presName="linNode" presStyleCnt="0"/>
      <dgm:spPr/>
    </dgm:pt>
    <dgm:pt modelId="{A38D09B5-20FE-4B65-B487-80A7FF67BDEB}" type="pres">
      <dgm:prSet presAssocID="{73278E8E-A4C4-4670-BDA3-7A320E2935DE}" presName="parentText" presStyleLbl="node1" presStyleIdx="6" presStyleCnt="8" custScaleX="24570">
        <dgm:presLayoutVars>
          <dgm:chMax val="1"/>
          <dgm:bulletEnabled val="1"/>
        </dgm:presLayoutVars>
      </dgm:prSet>
      <dgm:spPr>
        <a:xfrm>
          <a:off x="523466" y="4250244"/>
          <a:ext cx="1338207" cy="578238"/>
        </a:xfrm>
        <a:prstGeom prst="roundRect">
          <a:avLst/>
        </a:prstGeom>
      </dgm:spPr>
    </dgm:pt>
    <dgm:pt modelId="{D127289C-55BB-49E9-B361-F89425276C48}" type="pres">
      <dgm:prSet presAssocID="{73278E8E-A4C4-4670-BDA3-7A320E2935DE}" presName="descendantText" presStyleLbl="alignAccFollowNode1" presStyleIdx="6" presStyleCnt="8" custScaleX="125110" custLinFactNeighborX="581">
        <dgm:presLayoutVars>
          <dgm:bulletEnabled val="1"/>
        </dgm:presLayoutVars>
      </dgm:prSet>
      <dgm:spPr>
        <a:xfrm rot="5400000">
          <a:off x="3374406" y="1279724"/>
          <a:ext cx="462590" cy="5304977"/>
        </a:xfrm>
        <a:prstGeom prst="round2SameRect">
          <a:avLst/>
        </a:prstGeom>
      </dgm:spPr>
    </dgm:pt>
    <dgm:pt modelId="{937190F1-CD69-4745-8F8D-A363F79A87F1}" type="pres">
      <dgm:prSet presAssocID="{539C659E-13F4-4A76-86D6-3D07E547A5B7}" presName="sp" presStyleCnt="0"/>
      <dgm:spPr/>
    </dgm:pt>
    <dgm:pt modelId="{9D67AD5E-38CF-4393-BA21-BFC6371D7AE8}" type="pres">
      <dgm:prSet presAssocID="{C714E617-5CE3-400E-B7D9-88B6752E8989}" presName="linNode" presStyleCnt="0"/>
      <dgm:spPr/>
    </dgm:pt>
    <dgm:pt modelId="{C1D1E351-4BA4-4935-AEF0-66092CFDCDC6}" type="pres">
      <dgm:prSet presAssocID="{C714E617-5CE3-400E-B7D9-88B6752E8989}" presName="parentText" presStyleLbl="node1" presStyleIdx="7" presStyleCnt="8" custScaleX="24570">
        <dgm:presLayoutVars>
          <dgm:chMax val="1"/>
          <dgm:bulletEnabled val="1"/>
        </dgm:presLayoutVars>
      </dgm:prSet>
      <dgm:spPr>
        <a:prstGeom prst="roundRect">
          <a:avLst/>
        </a:prstGeom>
      </dgm:spPr>
    </dgm:pt>
    <dgm:pt modelId="{519A0F10-8DB0-434D-81DD-2B53335586CC}" type="pres">
      <dgm:prSet presAssocID="{C714E617-5CE3-400E-B7D9-88B6752E8989}" presName="descendantText" presStyleLbl="alignAccFollowNode1" presStyleIdx="7" presStyleCnt="8" custScaleX="125764">
        <dgm:presLayoutVars>
          <dgm:bulletEnabled val="1"/>
        </dgm:presLayoutVars>
      </dgm:prSet>
      <dgm:spPr>
        <a:xfrm rot="5400000">
          <a:off x="2842051" y="2419238"/>
          <a:ext cx="462590" cy="4240250"/>
        </a:xfrm>
        <a:prstGeom prst="round2SameRect">
          <a:avLst/>
        </a:prstGeom>
      </dgm:spPr>
    </dgm:pt>
  </dgm:ptLst>
  <dgm:cxnLst>
    <dgm:cxn modelId="{781F3801-9419-4814-A77B-1C5530321508}" type="presOf" srcId="{AC705202-7E99-4A6A-862F-AA92173956BC}" destId="{519A0F10-8DB0-434D-81DD-2B53335586CC}" srcOrd="0" destOrd="0" presId="urn:microsoft.com/office/officeart/2005/8/layout/vList5"/>
    <dgm:cxn modelId="{524E4B04-E0CF-4E6A-A9F0-93C6E21A0AAB}" srcId="{A2868EEB-2106-41D2-9CAA-23B802F3628E}" destId="{99D6E3D2-F108-46EB-9217-F9CE6987CBCC}" srcOrd="0" destOrd="0" parTransId="{6F64E2ED-9566-4E53-998C-DBD300B82BA1}" sibTransId="{9DACCF1E-3B25-4E2D-B5D8-5A5929104F42}"/>
    <dgm:cxn modelId="{D0EA8609-0371-4EA6-8994-0E528E666B43}" srcId="{3F89BB5E-6274-46B3-9D60-9E20BD3530AD}" destId="{908FCCE2-45B5-4D24-AE9F-3DEE01BD9D49}" srcOrd="0" destOrd="0" parTransId="{DBD50C5C-4D0F-4FE8-B12B-B34D7E2F7FA7}" sibTransId="{8E75D728-8917-4A44-9324-DA5960767995}"/>
    <dgm:cxn modelId="{FD3E2E13-3C57-4AC9-A636-986D371E975F}" type="presOf" srcId="{908FCCE2-45B5-4D24-AE9F-3DEE01BD9D49}" destId="{B6FC2166-1C53-4A70-BF25-C7828AE5921C}" srcOrd="0" destOrd="0" presId="urn:microsoft.com/office/officeart/2005/8/layout/vList5"/>
    <dgm:cxn modelId="{F124052B-6A16-47BB-B568-60FD6E7956EB}" srcId="{E7322797-FB2B-49B4-B983-766D172EE160}" destId="{9DCE91D3-BD88-47B9-B149-48FAC8F8995D}" srcOrd="4" destOrd="0" parTransId="{1774DDD2-2387-4001-9711-CF293EBFD78F}" sibTransId="{21B3F5F2-514E-4CA3-9FAC-21FDF18C2E26}"/>
    <dgm:cxn modelId="{FD0C7630-BCF0-401D-8969-CD56198A8241}" srcId="{20DC5077-CD8B-46FD-89F6-CB7EC77CD56A}" destId="{A7C5F983-2F98-4965-9CC7-D69AC20306E5}" srcOrd="0" destOrd="0" parTransId="{A1BBEADC-1204-4862-AA84-A87A763DFCB3}" sibTransId="{AA433E0D-3987-46F9-B862-EA9850AB351E}"/>
    <dgm:cxn modelId="{45A9AA39-C2C3-4688-8DAF-5D1FDF3C74D0}" srcId="{E7322797-FB2B-49B4-B983-766D172EE160}" destId="{20DC5077-CD8B-46FD-89F6-CB7EC77CD56A}" srcOrd="1" destOrd="0" parTransId="{00769546-55D4-4F6D-859D-C2C079A13C28}" sibTransId="{1CEDA580-456F-4F9B-9F0E-442434E599CF}"/>
    <dgm:cxn modelId="{B9FD7F5F-3878-4F0E-89A6-507DEADB9B2F}" type="presOf" srcId="{B1339A63-7080-4EF6-8582-578C61FA51C9}" destId="{EEFF1B65-15AF-429A-B27F-8438CB59B623}" srcOrd="0" destOrd="0" presId="urn:microsoft.com/office/officeart/2005/8/layout/vList5"/>
    <dgm:cxn modelId="{43375967-70C5-450D-9525-2F9062097E5F}" type="presOf" srcId="{E7322797-FB2B-49B4-B983-766D172EE160}" destId="{03E6A4DD-9C9F-49E0-B243-38B4BA97FDB6}" srcOrd="0" destOrd="0" presId="urn:microsoft.com/office/officeart/2005/8/layout/vList5"/>
    <dgm:cxn modelId="{1A08F749-8B54-4B2B-8A8D-82D41C8AD154}" type="presOf" srcId="{73278E8E-A4C4-4670-BDA3-7A320E2935DE}" destId="{A38D09B5-20FE-4B65-B487-80A7FF67BDEB}" srcOrd="0" destOrd="0" presId="urn:microsoft.com/office/officeart/2005/8/layout/vList5"/>
    <dgm:cxn modelId="{8768366F-DBE7-4E3A-B65F-27616297E665}" type="presOf" srcId="{A2868EEB-2106-41D2-9CAA-23B802F3628E}" destId="{1565C43A-C6E1-4D55-BE9E-E6FB7F9EF95E}" srcOrd="0" destOrd="0" presId="urn:microsoft.com/office/officeart/2005/8/layout/vList5"/>
    <dgm:cxn modelId="{13892155-3461-4E08-96CD-818B4F7F8B72}" type="presOf" srcId="{9DCE91D3-BD88-47B9-B149-48FAC8F8995D}" destId="{0FE8B3E4-0354-400A-B940-60E0BC183555}" srcOrd="0" destOrd="0" presId="urn:microsoft.com/office/officeart/2005/8/layout/vList5"/>
    <dgm:cxn modelId="{A4669575-A848-42EF-AAD9-9E9F0F9C617E}" srcId="{C714E617-5CE3-400E-B7D9-88B6752E8989}" destId="{AC705202-7E99-4A6A-862F-AA92173956BC}" srcOrd="0" destOrd="0" parTransId="{4F22ABAB-1CEC-4328-A56D-454258986581}" sibTransId="{D24568CA-6D39-4577-A179-E7E4F1F561AD}"/>
    <dgm:cxn modelId="{47975B78-6A5F-4DC0-98E6-2F06A7A23A41}" type="presOf" srcId="{8337778C-AF63-4B22-9C45-07ADE1010D9C}" destId="{644154CA-5D4F-46E3-946B-B49D535FFE69}" srcOrd="0" destOrd="0" presId="urn:microsoft.com/office/officeart/2005/8/layout/vList5"/>
    <dgm:cxn modelId="{DCAB6778-FECC-4399-935F-5322952C8329}" type="presOf" srcId="{C714E617-5CE3-400E-B7D9-88B6752E8989}" destId="{C1D1E351-4BA4-4935-AEF0-66092CFDCDC6}" srcOrd="0" destOrd="0" presId="urn:microsoft.com/office/officeart/2005/8/layout/vList5"/>
    <dgm:cxn modelId="{E33D7358-C5B8-4545-B90D-962DFA823BA5}" srcId="{73278E8E-A4C4-4670-BDA3-7A320E2935DE}" destId="{CC247DDB-F7E5-4183-BD94-C7F0399DEE7F}" srcOrd="0" destOrd="0" parTransId="{C1054840-09AE-4BCB-98FF-91D4A0D23C1B}" sibTransId="{6F5EEB89-538F-4C43-84F2-2AEEE1071A32}"/>
    <dgm:cxn modelId="{1B7AE05A-8C63-4391-82B0-D74E01A0CCB9}" type="presOf" srcId="{3E5E4154-E6F0-408C-8CAD-E2A89A9ECD08}" destId="{3DCF53B2-4ACD-4C42-BDF2-FE42D4F8035E}" srcOrd="0" destOrd="0" presId="urn:microsoft.com/office/officeart/2005/8/layout/vList5"/>
    <dgm:cxn modelId="{B1E7FB7A-EB5B-4BB5-B982-3FD0A22D9B3B}" type="presOf" srcId="{EA4EB662-ADE3-40CA-B4AB-B5043BECEB7E}" destId="{B424C359-18DB-403F-A337-9048DA4C2677}" srcOrd="0" destOrd="0" presId="urn:microsoft.com/office/officeart/2005/8/layout/vList5"/>
    <dgm:cxn modelId="{7B584191-8DF1-4510-B870-6425FEE75870}" srcId="{E7322797-FB2B-49B4-B983-766D172EE160}" destId="{C714E617-5CE3-400E-B7D9-88B6752E8989}" srcOrd="7" destOrd="0" parTransId="{D63624E3-6853-44FA-81FE-0786B422ACBD}" sibTransId="{51CDF0E2-BDBD-48A4-94DF-CF9748221975}"/>
    <dgm:cxn modelId="{B43D9491-A519-4AF1-A425-66D1E1DBBC5F}" srcId="{E7322797-FB2B-49B4-B983-766D172EE160}" destId="{A2868EEB-2106-41D2-9CAA-23B802F3628E}" srcOrd="3" destOrd="0" parTransId="{0A1BEDCF-16C6-412E-BEAC-0AE51CC76420}" sibTransId="{9D733EB3-E204-4D0B-8B8A-DB5BA897D081}"/>
    <dgm:cxn modelId="{85A91E93-B0AF-4A30-B66D-555EC00C19BA}" srcId="{9DCE91D3-BD88-47B9-B149-48FAC8F8995D}" destId="{D15EB9F0-6039-43E8-B6B7-3836E12B6DB3}" srcOrd="0" destOrd="0" parTransId="{6C604ADF-1CEA-4555-901C-167411FBDDF7}" sibTransId="{B6297801-FBF0-400A-BCA7-F85CC5638C73}"/>
    <dgm:cxn modelId="{99D95FA5-2ED4-493B-843B-BC6152EC57BD}" srcId="{3E5E4154-E6F0-408C-8CAD-E2A89A9ECD08}" destId="{EA4EB662-ADE3-40CA-B4AB-B5043BECEB7E}" srcOrd="0" destOrd="0" parTransId="{355C0454-5D7D-42C8-9803-B6238909BA7D}" sibTransId="{60E067BE-F3C9-4E74-A7E1-23F63943F449}"/>
    <dgm:cxn modelId="{B0A82BA7-C5E8-4807-A276-7A3CD21D1E2A}" type="presOf" srcId="{D15EB9F0-6039-43E8-B6B7-3836E12B6DB3}" destId="{9329CE25-B2F6-4010-B9B5-7EAAFC658CA4}" srcOrd="0" destOrd="0" presId="urn:microsoft.com/office/officeart/2005/8/layout/vList5"/>
    <dgm:cxn modelId="{C34190A8-F799-40B9-9EC6-7709969BCF87}" type="presOf" srcId="{99D6E3D2-F108-46EB-9217-F9CE6987CBCC}" destId="{C273201C-C54F-402D-A78F-F9A831FB8D94}" srcOrd="0" destOrd="0" presId="urn:microsoft.com/office/officeart/2005/8/layout/vList5"/>
    <dgm:cxn modelId="{48B2AFA8-34C2-47C9-9990-EEE5A7262C17}" type="presOf" srcId="{20DC5077-CD8B-46FD-89F6-CB7EC77CD56A}" destId="{DB638EA7-E480-42B4-819F-149B1F05971C}" srcOrd="0" destOrd="0" presId="urn:microsoft.com/office/officeart/2005/8/layout/vList5"/>
    <dgm:cxn modelId="{AA5A68B4-C058-48AE-B58A-B10097DB824E}" type="presOf" srcId="{3F89BB5E-6274-46B3-9D60-9E20BD3530AD}" destId="{B14F474E-D99E-48B0-BE78-905393DD1838}" srcOrd="0" destOrd="0" presId="urn:microsoft.com/office/officeart/2005/8/layout/vList5"/>
    <dgm:cxn modelId="{60C01FBA-4112-4761-9362-FD2783709BCE}" srcId="{E7322797-FB2B-49B4-B983-766D172EE160}" destId="{3E5E4154-E6F0-408C-8CAD-E2A89A9ECD08}" srcOrd="2" destOrd="0" parTransId="{24D73C5C-121C-4677-9199-DFAFDA8C3CA7}" sibTransId="{93E089C4-FE81-409C-9E63-178969ED8DED}"/>
    <dgm:cxn modelId="{8263EEBB-3CFF-4A1C-AE7F-1115E842FABD}" srcId="{B1339A63-7080-4EF6-8582-578C61FA51C9}" destId="{8337778C-AF63-4B22-9C45-07ADE1010D9C}" srcOrd="0" destOrd="0" parTransId="{8F3E10D6-3126-427E-B9DC-513256479555}" sibTransId="{2DCAA63E-E3F2-4005-9D88-A8A4EBE9EDF3}"/>
    <dgm:cxn modelId="{24A3AEC7-4896-4DA6-AF73-4C6CCEC3FA12}" srcId="{E7322797-FB2B-49B4-B983-766D172EE160}" destId="{73278E8E-A4C4-4670-BDA3-7A320E2935DE}" srcOrd="6" destOrd="0" parTransId="{76E817B3-7E2E-49DC-A84F-41FC83AD71AD}" sibTransId="{539C659E-13F4-4A76-86D6-3D07E547A5B7}"/>
    <dgm:cxn modelId="{2DDBE1CB-B476-4242-BDF6-AC17021C0C89}" srcId="{E7322797-FB2B-49B4-B983-766D172EE160}" destId="{3F89BB5E-6274-46B3-9D60-9E20BD3530AD}" srcOrd="0" destOrd="0" parTransId="{567EEACD-0AC0-40F3-A1E7-75830EE41771}" sibTransId="{7558D5EC-6CB9-4F23-B330-637A9136E20C}"/>
    <dgm:cxn modelId="{3538F1D8-5E57-4AC3-B4FA-D7BBAA2DAC69}" srcId="{E7322797-FB2B-49B4-B983-766D172EE160}" destId="{B1339A63-7080-4EF6-8582-578C61FA51C9}" srcOrd="5" destOrd="0" parTransId="{1F514F11-546A-4367-A61B-D0DE380F51BE}" sibTransId="{789FF8A8-0445-420C-92BC-6C76609E87C9}"/>
    <dgm:cxn modelId="{3816A9EB-1883-4757-B1F0-EC825EC77C0D}" type="presOf" srcId="{A7C5F983-2F98-4965-9CC7-D69AC20306E5}" destId="{E623E634-59FD-4626-AA90-0F0BB3471B68}" srcOrd="0" destOrd="0" presId="urn:microsoft.com/office/officeart/2005/8/layout/vList5"/>
    <dgm:cxn modelId="{8C9824F5-7E7C-4847-A80C-96CB6BCDC55B}" type="presOf" srcId="{CC247DDB-F7E5-4183-BD94-C7F0399DEE7F}" destId="{D127289C-55BB-49E9-B361-F89425276C48}" srcOrd="0" destOrd="0" presId="urn:microsoft.com/office/officeart/2005/8/layout/vList5"/>
    <dgm:cxn modelId="{692418B9-9F5E-4D56-9EDC-3844F90AD85A}" type="presParOf" srcId="{03E6A4DD-9C9F-49E0-B243-38B4BA97FDB6}" destId="{1F002E57-F180-41EA-B0AB-9303FC58D51B}" srcOrd="0" destOrd="0" presId="urn:microsoft.com/office/officeart/2005/8/layout/vList5"/>
    <dgm:cxn modelId="{9DF3C7CF-0DFA-430C-85BB-4D368EF5BE87}" type="presParOf" srcId="{1F002E57-F180-41EA-B0AB-9303FC58D51B}" destId="{B14F474E-D99E-48B0-BE78-905393DD1838}" srcOrd="0" destOrd="0" presId="urn:microsoft.com/office/officeart/2005/8/layout/vList5"/>
    <dgm:cxn modelId="{F3024812-AA33-4436-9D25-7683A4C6559A}" type="presParOf" srcId="{1F002E57-F180-41EA-B0AB-9303FC58D51B}" destId="{B6FC2166-1C53-4A70-BF25-C7828AE5921C}" srcOrd="1" destOrd="0" presId="urn:microsoft.com/office/officeart/2005/8/layout/vList5"/>
    <dgm:cxn modelId="{0FF38752-0879-4A74-878A-73DE553174B4}" type="presParOf" srcId="{03E6A4DD-9C9F-49E0-B243-38B4BA97FDB6}" destId="{3F84297F-4CDF-44BA-807D-FA731FBEF253}" srcOrd="1" destOrd="0" presId="urn:microsoft.com/office/officeart/2005/8/layout/vList5"/>
    <dgm:cxn modelId="{50179658-3B29-42E0-B110-66AC8FE8F8F6}" type="presParOf" srcId="{03E6A4DD-9C9F-49E0-B243-38B4BA97FDB6}" destId="{E53D67CA-CAE1-49B7-8D3E-532E2C1CA7F3}" srcOrd="2" destOrd="0" presId="urn:microsoft.com/office/officeart/2005/8/layout/vList5"/>
    <dgm:cxn modelId="{10B85DAF-526D-4A3D-AB43-03EEDA821249}" type="presParOf" srcId="{E53D67CA-CAE1-49B7-8D3E-532E2C1CA7F3}" destId="{DB638EA7-E480-42B4-819F-149B1F05971C}" srcOrd="0" destOrd="0" presId="urn:microsoft.com/office/officeart/2005/8/layout/vList5"/>
    <dgm:cxn modelId="{49B261EB-3E03-4343-B20D-496C4B76C35C}" type="presParOf" srcId="{E53D67CA-CAE1-49B7-8D3E-532E2C1CA7F3}" destId="{E623E634-59FD-4626-AA90-0F0BB3471B68}" srcOrd="1" destOrd="0" presId="urn:microsoft.com/office/officeart/2005/8/layout/vList5"/>
    <dgm:cxn modelId="{34526D15-C032-462D-9BF2-A9580BE42175}" type="presParOf" srcId="{03E6A4DD-9C9F-49E0-B243-38B4BA97FDB6}" destId="{5D22D13F-B9E0-459A-8953-569B96448650}" srcOrd="3" destOrd="0" presId="urn:microsoft.com/office/officeart/2005/8/layout/vList5"/>
    <dgm:cxn modelId="{93278116-5ED7-491F-B730-4DEF3D7EEDFC}" type="presParOf" srcId="{03E6A4DD-9C9F-49E0-B243-38B4BA97FDB6}" destId="{D225D836-FC24-4F2C-880B-64C608290B35}" srcOrd="4" destOrd="0" presId="urn:microsoft.com/office/officeart/2005/8/layout/vList5"/>
    <dgm:cxn modelId="{D074B27B-E1AE-4B58-89D2-0DEAEC27655C}" type="presParOf" srcId="{D225D836-FC24-4F2C-880B-64C608290B35}" destId="{3DCF53B2-4ACD-4C42-BDF2-FE42D4F8035E}" srcOrd="0" destOrd="0" presId="urn:microsoft.com/office/officeart/2005/8/layout/vList5"/>
    <dgm:cxn modelId="{E2D9471E-22A8-499B-BD01-AC124DA5583E}" type="presParOf" srcId="{D225D836-FC24-4F2C-880B-64C608290B35}" destId="{B424C359-18DB-403F-A337-9048DA4C2677}" srcOrd="1" destOrd="0" presId="urn:microsoft.com/office/officeart/2005/8/layout/vList5"/>
    <dgm:cxn modelId="{0BAFA4F0-98EB-494B-8696-570BA95B7797}" type="presParOf" srcId="{03E6A4DD-9C9F-49E0-B243-38B4BA97FDB6}" destId="{A924E9DF-C83F-4958-979A-473F3185E977}" srcOrd="5" destOrd="0" presId="urn:microsoft.com/office/officeart/2005/8/layout/vList5"/>
    <dgm:cxn modelId="{438B7CF4-9565-4971-9B85-45F25FE91BBE}" type="presParOf" srcId="{03E6A4DD-9C9F-49E0-B243-38B4BA97FDB6}" destId="{904F3293-5AE0-497D-9A2F-81B3514E1DAA}" srcOrd="6" destOrd="0" presId="urn:microsoft.com/office/officeart/2005/8/layout/vList5"/>
    <dgm:cxn modelId="{4E1AA0E9-4FEE-49CE-8651-D53F9FB7D4BD}" type="presParOf" srcId="{904F3293-5AE0-497D-9A2F-81B3514E1DAA}" destId="{1565C43A-C6E1-4D55-BE9E-E6FB7F9EF95E}" srcOrd="0" destOrd="0" presId="urn:microsoft.com/office/officeart/2005/8/layout/vList5"/>
    <dgm:cxn modelId="{B5048B67-B0A1-4476-AC7D-20C150C5B842}" type="presParOf" srcId="{904F3293-5AE0-497D-9A2F-81B3514E1DAA}" destId="{C273201C-C54F-402D-A78F-F9A831FB8D94}" srcOrd="1" destOrd="0" presId="urn:microsoft.com/office/officeart/2005/8/layout/vList5"/>
    <dgm:cxn modelId="{59EFDEBC-0FCB-4C3C-BDAB-A186088CCA5F}" type="presParOf" srcId="{03E6A4DD-9C9F-49E0-B243-38B4BA97FDB6}" destId="{CBAD83B6-D6DB-446B-B4D2-C4E7C1C11633}" srcOrd="7" destOrd="0" presId="urn:microsoft.com/office/officeart/2005/8/layout/vList5"/>
    <dgm:cxn modelId="{2B53652D-4C56-4EDD-9FF1-9075A20BC74B}" type="presParOf" srcId="{03E6A4DD-9C9F-49E0-B243-38B4BA97FDB6}" destId="{2DE1FFD5-A236-4D13-B701-B1E8AA5BBE96}" srcOrd="8" destOrd="0" presId="urn:microsoft.com/office/officeart/2005/8/layout/vList5"/>
    <dgm:cxn modelId="{FF7FA116-3F27-4840-9FAF-607328F2AA2C}" type="presParOf" srcId="{2DE1FFD5-A236-4D13-B701-B1E8AA5BBE96}" destId="{0FE8B3E4-0354-400A-B940-60E0BC183555}" srcOrd="0" destOrd="0" presId="urn:microsoft.com/office/officeart/2005/8/layout/vList5"/>
    <dgm:cxn modelId="{D19802E1-214F-4687-A6C8-4206051ADA67}" type="presParOf" srcId="{2DE1FFD5-A236-4D13-B701-B1E8AA5BBE96}" destId="{9329CE25-B2F6-4010-B9B5-7EAAFC658CA4}" srcOrd="1" destOrd="0" presId="urn:microsoft.com/office/officeart/2005/8/layout/vList5"/>
    <dgm:cxn modelId="{D60592BF-1CC9-4C03-B60D-55F1665E4295}" type="presParOf" srcId="{03E6A4DD-9C9F-49E0-B243-38B4BA97FDB6}" destId="{A243A6E1-B947-4D3A-B069-B4DE6F32318A}" srcOrd="9" destOrd="0" presId="urn:microsoft.com/office/officeart/2005/8/layout/vList5"/>
    <dgm:cxn modelId="{318106B8-0986-4EDF-9800-E7947D9AF4B3}" type="presParOf" srcId="{03E6A4DD-9C9F-49E0-B243-38B4BA97FDB6}" destId="{DBE1B852-BE91-45C3-8EE8-9C7E6313A441}" srcOrd="10" destOrd="0" presId="urn:microsoft.com/office/officeart/2005/8/layout/vList5"/>
    <dgm:cxn modelId="{469A93B4-BCC8-4454-9F35-B0DB4052670E}" type="presParOf" srcId="{DBE1B852-BE91-45C3-8EE8-9C7E6313A441}" destId="{EEFF1B65-15AF-429A-B27F-8438CB59B623}" srcOrd="0" destOrd="0" presId="urn:microsoft.com/office/officeart/2005/8/layout/vList5"/>
    <dgm:cxn modelId="{F3269108-E982-4C3B-92C8-C6B7A8F4DB3A}" type="presParOf" srcId="{DBE1B852-BE91-45C3-8EE8-9C7E6313A441}" destId="{644154CA-5D4F-46E3-946B-B49D535FFE69}" srcOrd="1" destOrd="0" presId="urn:microsoft.com/office/officeart/2005/8/layout/vList5"/>
    <dgm:cxn modelId="{DE72B86C-9542-4FDB-B1BD-4BAA64A245B2}" type="presParOf" srcId="{03E6A4DD-9C9F-49E0-B243-38B4BA97FDB6}" destId="{022C7B38-B90D-48BE-B035-842613661D12}" srcOrd="11" destOrd="0" presId="urn:microsoft.com/office/officeart/2005/8/layout/vList5"/>
    <dgm:cxn modelId="{E7652212-618F-40F9-A1F5-61A0D3FD27E6}" type="presParOf" srcId="{03E6A4DD-9C9F-49E0-B243-38B4BA97FDB6}" destId="{76C1A62B-FE11-4D5C-A898-B405F97005C9}" srcOrd="12" destOrd="0" presId="urn:microsoft.com/office/officeart/2005/8/layout/vList5"/>
    <dgm:cxn modelId="{996FCF8B-53CD-40D7-ACD1-FCCC01BC8EA5}" type="presParOf" srcId="{76C1A62B-FE11-4D5C-A898-B405F97005C9}" destId="{A38D09B5-20FE-4B65-B487-80A7FF67BDEB}" srcOrd="0" destOrd="0" presId="urn:microsoft.com/office/officeart/2005/8/layout/vList5"/>
    <dgm:cxn modelId="{5DFD50EB-3C29-4765-961E-5B58512ACF73}" type="presParOf" srcId="{76C1A62B-FE11-4D5C-A898-B405F97005C9}" destId="{D127289C-55BB-49E9-B361-F89425276C48}" srcOrd="1" destOrd="0" presId="urn:microsoft.com/office/officeart/2005/8/layout/vList5"/>
    <dgm:cxn modelId="{0D867897-67F7-4312-8CDB-A6ADA91DF9E1}" type="presParOf" srcId="{03E6A4DD-9C9F-49E0-B243-38B4BA97FDB6}" destId="{937190F1-CD69-4745-8F8D-A363F79A87F1}" srcOrd="13" destOrd="0" presId="urn:microsoft.com/office/officeart/2005/8/layout/vList5"/>
    <dgm:cxn modelId="{1CB6E433-C112-478C-917A-83039D77ED9D}" type="presParOf" srcId="{03E6A4DD-9C9F-49E0-B243-38B4BA97FDB6}" destId="{9D67AD5E-38CF-4393-BA21-BFC6371D7AE8}" srcOrd="14" destOrd="0" presId="urn:microsoft.com/office/officeart/2005/8/layout/vList5"/>
    <dgm:cxn modelId="{49B22876-36EC-4EA7-ACEA-5C193319A5F8}" type="presParOf" srcId="{9D67AD5E-38CF-4393-BA21-BFC6371D7AE8}" destId="{C1D1E351-4BA4-4935-AEF0-66092CFDCDC6}" srcOrd="0" destOrd="0" presId="urn:microsoft.com/office/officeart/2005/8/layout/vList5"/>
    <dgm:cxn modelId="{E66A93C0-0CF5-4921-AD72-C53B3D1F8E95}" type="presParOf" srcId="{9D67AD5E-38CF-4393-BA21-BFC6371D7AE8}" destId="{519A0F10-8DB0-434D-81DD-2B53335586C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7322797-FB2B-49B4-B983-766D172EE160}" type="doc">
      <dgm:prSet loTypeId="urn:microsoft.com/office/officeart/2005/8/layout/vList5" loCatId="list" qsTypeId="urn:microsoft.com/office/officeart/2005/8/quickstyle/simple1#8" qsCatId="simple" csTypeId="urn:microsoft.com/office/officeart/2005/8/colors/accent1_2#8" csCatId="accent1" phldr="1"/>
      <dgm:spPr/>
      <dgm:t>
        <a:bodyPr/>
        <a:lstStyle/>
        <a:p>
          <a:endParaRPr lang="zh-CN" altLang="en-US"/>
        </a:p>
      </dgm:t>
    </dgm:pt>
    <dgm:pt modelId="{3F89BB5E-6274-46B3-9D60-9E20BD3530AD}">
      <dgm:prSet phldrT="[文本]" custT="1"/>
      <dgm:spPr>
        <a:xfrm>
          <a:off x="353326" y="19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567EEACD-0AC0-40F3-A1E7-75830EE41771}" cxnId="{2DDBE1CB-B476-4242-BDF6-AC17021C0C89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558D5EC-6CB9-4F23-B330-637A9136E20C}" cxnId="{2DDBE1CB-B476-4242-BDF6-AC17021C0C89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08FCCE2-45B5-4D24-AE9F-3DEE01BD9D49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BD50C5C-4D0F-4FE8-B12B-B34D7E2F7FA7}" cxnId="{D0EA8609-0371-4EA6-8994-0E528E666B43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E75D728-8917-4A44-9324-DA5960767995}" cxnId="{D0EA8609-0371-4EA6-8994-0E528E666B43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0DC5077-CD8B-46FD-89F6-CB7EC77CD56A}">
      <dgm:prSet phldrT="[文本]" custT="1"/>
      <dgm:spPr>
        <a:xfrm>
          <a:off x="353326" y="607341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0769546-55D4-4F6D-859D-C2C079A13C28}" cxnId="{45A9AA39-C2C3-4688-8DAF-5D1FDF3C74D0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1CEDA580-456F-4F9B-9F0E-442434E599CF}" cxnId="{45A9AA39-C2C3-4688-8DAF-5D1FDF3C74D0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7C5F983-2F98-4965-9CC7-D69AC20306E5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A1BBEADC-1204-4862-AA84-A87A763DFCB3}" cxnId="{FD0C7630-BCF0-401D-8969-CD56198A8241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A433E0D-3987-46F9-B862-EA9850AB351E}" cxnId="{FD0C7630-BCF0-401D-8969-CD56198A8241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3E5E4154-E6F0-408C-8CAD-E2A89A9ECD08}">
      <dgm:prSet phldrT="[文本]" custT="1"/>
      <dgm:spPr>
        <a:xfrm>
          <a:off x="353326" y="12144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24D73C5C-121C-4677-9199-DFAFDA8C3CA7}" cxnId="{60C01FBA-4112-4761-9362-FD2783709BCE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3E089C4-FE81-409C-9E63-178969ED8DED}" cxnId="{60C01FBA-4112-4761-9362-FD2783709BCE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C247DDB-F7E5-4183-BD94-C7F0399DEE7F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C1054840-09AE-4BCB-98FF-91D4A0D23C1B}" cxnId="{E33D7358-C5B8-4545-B90D-962DFA823BA5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F5EEB89-538F-4C43-84F2-2AEEE1071A32}" cxnId="{E33D7358-C5B8-4545-B90D-962DFA823BA5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EA4EB662-ADE3-40CA-B4AB-B5043BECEB7E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355C0454-5D7D-42C8-9803-B6238909BA7D}" cxnId="{99D95FA5-2ED4-493B-843B-BC6152EC57B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0E067BE-F3C9-4E74-A7E1-23F63943F449}" cxnId="{99D95FA5-2ED4-493B-843B-BC6152EC57B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2868EEB-2106-41D2-9CAA-23B802F3628E}">
      <dgm:prSet phldrT="[文本]" custT="1"/>
      <dgm:spPr>
        <a:xfrm>
          <a:off x="353326" y="182164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0A1BEDCF-16C6-412E-BEAC-0AE51CC76420}" cxnId="{B43D9491-A519-4AF1-A425-66D1E1DBBC5F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733EB3-E204-4D0B-8B8A-DB5BA897D081}" cxnId="{B43D9491-A519-4AF1-A425-66D1E1DBBC5F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9D6E3D2-F108-46EB-9217-F9CE6987CBCC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F64E2ED-9566-4E53-998C-DBD300B82BA1}" cxnId="{524E4B04-E0CF-4E6A-A9F0-93C6E21A0AAB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ACCF1E-3B25-4E2D-B5D8-5A5929104F42}" cxnId="{524E4B04-E0CF-4E6A-A9F0-93C6E21A0AAB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DCE91D3-BD88-47B9-B149-48FAC8F8995D}">
      <dgm:prSet phldrT="[文本]" custT="1"/>
      <dgm:spPr>
        <a:xfrm>
          <a:off x="353326" y="2428792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774DDD2-2387-4001-9711-CF293EBFD78F}" cxnId="{F124052B-6A16-47BB-B568-60FD6E7956EB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1B3F5F2-514E-4CA3-9FAC-21FDF18C2E26}" cxnId="{F124052B-6A16-47BB-B568-60FD6E7956EB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D15EB9F0-6039-43E8-B6B7-3836E12B6DB3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C604ADF-1CEA-4555-901C-167411FBDDF7}" cxnId="{85A91E93-B0AF-4A30-B66D-555EC00C19BA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6297801-FBF0-400A-BCA7-F85CC5638C73}" cxnId="{85A91E93-B0AF-4A30-B66D-555EC00C19BA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1339A63-7080-4EF6-8582-578C61FA51C9}">
      <dgm:prSet phldrT="[文本]" custT="1"/>
      <dgm:spPr>
        <a:xfrm>
          <a:off x="353326" y="303594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F514F11-546A-4367-A61B-D0DE380F51BE}" cxnId="{3538F1D8-5E57-4AC3-B4FA-D7BBAA2DAC69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89FF8A8-0445-420C-92BC-6C76609E87C9}" cxnId="{3538F1D8-5E57-4AC3-B4FA-D7BBAA2DAC69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337778C-AF63-4B22-9C45-07ADE1010D9C}">
      <dgm:prSet phldrT="[文本]" custT="1"/>
      <dgm:spPr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</a:t>
          </a: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8F3E10D6-3126-427E-B9DC-513256479555}" cxnId="{8263EEBB-3CFF-4A1C-AE7F-1115E842FABD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DCAA63E-E3F2-4005-9D88-A8A4EBE9EDF3}" cxnId="{8263EEBB-3CFF-4A1C-AE7F-1115E842FABD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3278E8E-A4C4-4670-BDA3-7A320E2935DE}">
      <dgm:prSet phldrT="[文本]" custT="1"/>
      <dgm:spPr>
        <a:xfrm>
          <a:off x="353326" y="3643093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76E817B3-7E2E-49DC-A84F-41FC83AD71AD}" cxnId="{24A3AEC7-4896-4DA6-AF73-4C6CCEC3FA12}" type="par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539C659E-13F4-4A76-86D6-3D07E547A5B7}" cxnId="{24A3AEC7-4896-4DA6-AF73-4C6CCEC3FA12}" type="sibTrans">
      <dgm:prSet/>
      <dgm:spPr/>
      <dgm:t>
        <a:bodyPr/>
        <a:lstStyle/>
        <a:p>
          <a:endParaRPr lang="zh-CN" altLang="en-US" sz="2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C714E617-5CE3-400E-B7D9-88B6752E8989}">
      <dgm:prSet phldrT="[文本]"/>
      <dgm:spPr>
        <a:xfrm>
          <a:off x="353326" y="4250244"/>
          <a:ext cx="586029" cy="578238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38100" rIns="76200" bIns="38100" numCol="1" spcCol="1270" anchor="ctr" anchorCtr="0"/>
        <a:lstStyle/>
        <a:p>
          <a:pPr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D63624E3-6853-44FA-81FE-0786B422ACBD}" cxnId="{7B584191-8DF1-4510-B870-6425FEE75870}" type="parTrans">
      <dgm:prSet/>
      <dgm:spPr/>
      <dgm:t>
        <a:bodyPr/>
        <a:lstStyle/>
        <a:p>
          <a:endParaRPr lang="zh-CN" altLang="en-US"/>
        </a:p>
      </dgm:t>
    </dgm:pt>
    <dgm:pt modelId="{51CDF0E2-BDBD-48A4-94DF-CF9748221975}" cxnId="{7B584191-8DF1-4510-B870-6425FEE75870}" type="sibTrans">
      <dgm:prSet/>
      <dgm:spPr/>
      <dgm:t>
        <a:bodyPr/>
        <a:lstStyle/>
        <a:p>
          <a:endParaRPr lang="zh-CN" altLang="en-US"/>
        </a:p>
      </dgm:t>
    </dgm:pt>
    <dgm:pt modelId="{AC705202-7E99-4A6A-862F-AA92173956BC}">
      <dgm:prSet custT="1"/>
      <dgm:spPr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4F22ABAB-1CEC-4328-A56D-454258986581}" cxnId="{A4669575-A848-42EF-AAD9-9E9F0F9C617E}" type="parTrans">
      <dgm:prSet/>
      <dgm:spPr/>
      <dgm:t>
        <a:bodyPr/>
        <a:lstStyle/>
        <a:p>
          <a:endParaRPr lang="zh-CN" altLang="en-US"/>
        </a:p>
      </dgm:t>
    </dgm:pt>
    <dgm:pt modelId="{D24568CA-6D39-4577-A179-E7E4F1F561AD}" cxnId="{A4669575-A848-42EF-AAD9-9E9F0F9C617E}" type="sibTrans">
      <dgm:prSet/>
      <dgm:spPr/>
      <dgm:t>
        <a:bodyPr/>
        <a:lstStyle/>
        <a:p>
          <a:endParaRPr lang="zh-CN" altLang="en-US"/>
        </a:p>
      </dgm:t>
    </dgm:pt>
    <dgm:pt modelId="{03E6A4DD-9C9F-49E0-B243-38B4BA97FDB6}" type="pres">
      <dgm:prSet presAssocID="{E7322797-FB2B-49B4-B983-766D172EE160}" presName="Name0" presStyleCnt="0">
        <dgm:presLayoutVars>
          <dgm:dir/>
          <dgm:animLvl val="lvl"/>
          <dgm:resizeHandles val="exact"/>
        </dgm:presLayoutVars>
      </dgm:prSet>
      <dgm:spPr/>
    </dgm:pt>
    <dgm:pt modelId="{1F002E57-F180-41EA-B0AB-9303FC58D51B}" type="pres">
      <dgm:prSet presAssocID="{3F89BB5E-6274-46B3-9D60-9E20BD3530AD}" presName="linNode" presStyleCnt="0"/>
      <dgm:spPr/>
    </dgm:pt>
    <dgm:pt modelId="{B14F474E-D99E-48B0-BE78-905393DD1838}" type="pres">
      <dgm:prSet presAssocID="{3F89BB5E-6274-46B3-9D60-9E20BD3530AD}" presName="parentText" presStyleLbl="node1" presStyleIdx="0" presStyleCnt="8" custScaleX="24570">
        <dgm:presLayoutVars>
          <dgm:chMax val="1"/>
          <dgm:bulletEnabled val="1"/>
        </dgm:presLayoutVars>
      </dgm:prSet>
      <dgm:spPr>
        <a:xfrm>
          <a:off x="523466" y="191"/>
          <a:ext cx="1338207" cy="578238"/>
        </a:xfrm>
        <a:prstGeom prst="roundRect">
          <a:avLst/>
        </a:prstGeom>
      </dgm:spPr>
    </dgm:pt>
    <dgm:pt modelId="{B6FC2166-1C53-4A70-BF25-C7828AE5921C}" type="pres">
      <dgm:prSet presAssocID="{3F89BB5E-6274-46B3-9D60-9E20BD3530AD}" presName="descendantText" presStyleLbl="alignAccFollowNode1" presStyleIdx="0" presStyleCnt="8" custScaleX="125110">
        <dgm:presLayoutVars>
          <dgm:bulletEnabled val="1"/>
        </dgm:presLayoutVars>
      </dgm:prSet>
      <dgm:spPr>
        <a:xfrm rot="5400000">
          <a:off x="3360549" y="-2363177"/>
          <a:ext cx="462590" cy="5304977"/>
        </a:xfrm>
        <a:prstGeom prst="round2SameRect">
          <a:avLst/>
        </a:prstGeom>
      </dgm:spPr>
    </dgm:pt>
    <dgm:pt modelId="{3F84297F-4CDF-44BA-807D-FA731FBEF253}" type="pres">
      <dgm:prSet presAssocID="{7558D5EC-6CB9-4F23-B330-637A9136E20C}" presName="sp" presStyleCnt="0"/>
      <dgm:spPr/>
    </dgm:pt>
    <dgm:pt modelId="{E53D67CA-CAE1-49B7-8D3E-532E2C1CA7F3}" type="pres">
      <dgm:prSet presAssocID="{20DC5077-CD8B-46FD-89F6-CB7EC77CD56A}" presName="linNode" presStyleCnt="0"/>
      <dgm:spPr/>
    </dgm:pt>
    <dgm:pt modelId="{DB638EA7-E480-42B4-819F-149B1F05971C}" type="pres">
      <dgm:prSet presAssocID="{20DC5077-CD8B-46FD-89F6-CB7EC77CD56A}" presName="parentText" presStyleLbl="node1" presStyleIdx="1" presStyleCnt="8" custScaleX="24570">
        <dgm:presLayoutVars>
          <dgm:chMax val="1"/>
          <dgm:bulletEnabled val="1"/>
        </dgm:presLayoutVars>
      </dgm:prSet>
      <dgm:spPr>
        <a:xfrm>
          <a:off x="523466" y="607341"/>
          <a:ext cx="1338207" cy="578238"/>
        </a:xfrm>
        <a:prstGeom prst="roundRect">
          <a:avLst/>
        </a:prstGeom>
      </dgm:spPr>
    </dgm:pt>
    <dgm:pt modelId="{E623E634-59FD-4626-AA90-0F0BB3471B68}" type="pres">
      <dgm:prSet presAssocID="{20DC5077-CD8B-46FD-89F6-CB7EC77CD56A}" presName="descendantText" presStyleLbl="alignAccFollowNode1" presStyleIdx="1" presStyleCnt="8" custScaleX="125110">
        <dgm:presLayoutVars>
          <dgm:bulletEnabled val="1"/>
        </dgm:presLayoutVars>
      </dgm:prSet>
      <dgm:spPr>
        <a:xfrm rot="5400000">
          <a:off x="3360549" y="-1756027"/>
          <a:ext cx="462590" cy="5304977"/>
        </a:xfrm>
        <a:prstGeom prst="round2SameRect">
          <a:avLst/>
        </a:prstGeom>
      </dgm:spPr>
    </dgm:pt>
    <dgm:pt modelId="{5D22D13F-B9E0-459A-8953-569B96448650}" type="pres">
      <dgm:prSet presAssocID="{1CEDA580-456F-4F9B-9F0E-442434E599CF}" presName="sp" presStyleCnt="0"/>
      <dgm:spPr/>
    </dgm:pt>
    <dgm:pt modelId="{D225D836-FC24-4F2C-880B-64C608290B35}" type="pres">
      <dgm:prSet presAssocID="{3E5E4154-E6F0-408C-8CAD-E2A89A9ECD08}" presName="linNode" presStyleCnt="0"/>
      <dgm:spPr/>
    </dgm:pt>
    <dgm:pt modelId="{3DCF53B2-4ACD-4C42-BDF2-FE42D4F8035E}" type="pres">
      <dgm:prSet presAssocID="{3E5E4154-E6F0-408C-8CAD-E2A89A9ECD08}" presName="parentText" presStyleLbl="node1" presStyleIdx="2" presStyleCnt="8" custScaleX="24570">
        <dgm:presLayoutVars>
          <dgm:chMax val="1"/>
          <dgm:bulletEnabled val="1"/>
        </dgm:presLayoutVars>
      </dgm:prSet>
      <dgm:spPr>
        <a:xfrm>
          <a:off x="523466" y="1821642"/>
          <a:ext cx="1338207" cy="578238"/>
        </a:xfrm>
        <a:prstGeom prst="roundRect">
          <a:avLst/>
        </a:prstGeom>
      </dgm:spPr>
    </dgm:pt>
    <dgm:pt modelId="{B424C359-18DB-403F-A337-9048DA4C2677}" type="pres">
      <dgm:prSet presAssocID="{3E5E4154-E6F0-408C-8CAD-E2A89A9ECD08}" presName="descendantText" presStyleLbl="alignAccFollowNode1" presStyleIdx="2" presStyleCnt="8" custScaleX="125110">
        <dgm:presLayoutVars>
          <dgm:bulletEnabled val="1"/>
        </dgm:presLayoutVars>
      </dgm:prSet>
      <dgm:spPr>
        <a:xfrm rot="5400000">
          <a:off x="3360549" y="-1148877"/>
          <a:ext cx="462590" cy="5304977"/>
        </a:xfrm>
        <a:prstGeom prst="round2SameRect">
          <a:avLst/>
        </a:prstGeom>
      </dgm:spPr>
    </dgm:pt>
    <dgm:pt modelId="{A924E9DF-C83F-4958-979A-473F3185E977}" type="pres">
      <dgm:prSet presAssocID="{93E089C4-FE81-409C-9E63-178969ED8DED}" presName="sp" presStyleCnt="0"/>
      <dgm:spPr/>
    </dgm:pt>
    <dgm:pt modelId="{904F3293-5AE0-497D-9A2F-81B3514E1DAA}" type="pres">
      <dgm:prSet presAssocID="{A2868EEB-2106-41D2-9CAA-23B802F3628E}" presName="linNode" presStyleCnt="0"/>
      <dgm:spPr/>
    </dgm:pt>
    <dgm:pt modelId="{1565C43A-C6E1-4D55-BE9E-E6FB7F9EF95E}" type="pres">
      <dgm:prSet presAssocID="{A2868EEB-2106-41D2-9CAA-23B802F3628E}" presName="parentText" presStyleLbl="node1" presStyleIdx="3" presStyleCnt="8" custScaleX="24570">
        <dgm:presLayoutVars>
          <dgm:chMax val="1"/>
          <dgm:bulletEnabled val="1"/>
        </dgm:presLayoutVars>
      </dgm:prSet>
      <dgm:spPr>
        <a:xfrm>
          <a:off x="523466" y="2428792"/>
          <a:ext cx="1338207" cy="578238"/>
        </a:xfrm>
        <a:prstGeom prst="roundRect">
          <a:avLst/>
        </a:prstGeom>
      </dgm:spPr>
    </dgm:pt>
    <dgm:pt modelId="{C273201C-C54F-402D-A78F-F9A831FB8D94}" type="pres">
      <dgm:prSet presAssocID="{A2868EEB-2106-41D2-9CAA-23B802F3628E}" presName="descendantText" presStyleLbl="alignAccFollowNode1" presStyleIdx="3" presStyleCnt="8" custScaleX="125110">
        <dgm:presLayoutVars>
          <dgm:bulletEnabled val="1"/>
        </dgm:presLayoutVars>
      </dgm:prSet>
      <dgm:spPr>
        <a:xfrm rot="5400000">
          <a:off x="3360549" y="-541726"/>
          <a:ext cx="462590" cy="5304977"/>
        </a:xfrm>
        <a:prstGeom prst="round2SameRect">
          <a:avLst/>
        </a:prstGeom>
      </dgm:spPr>
    </dgm:pt>
    <dgm:pt modelId="{CBAD83B6-D6DB-446B-B4D2-C4E7C1C11633}" type="pres">
      <dgm:prSet presAssocID="{9D733EB3-E204-4D0B-8B8A-DB5BA897D081}" presName="sp" presStyleCnt="0"/>
      <dgm:spPr/>
    </dgm:pt>
    <dgm:pt modelId="{2DE1FFD5-A236-4D13-B701-B1E8AA5BBE96}" type="pres">
      <dgm:prSet presAssocID="{9DCE91D3-BD88-47B9-B149-48FAC8F8995D}" presName="linNode" presStyleCnt="0"/>
      <dgm:spPr/>
    </dgm:pt>
    <dgm:pt modelId="{0FE8B3E4-0354-400A-B940-60E0BC183555}" type="pres">
      <dgm:prSet presAssocID="{9DCE91D3-BD88-47B9-B149-48FAC8F8995D}" presName="parentText" presStyleLbl="node1" presStyleIdx="4" presStyleCnt="8" custScaleX="24570">
        <dgm:presLayoutVars>
          <dgm:chMax val="1"/>
          <dgm:bulletEnabled val="1"/>
        </dgm:presLayoutVars>
      </dgm:prSet>
      <dgm:spPr>
        <a:xfrm>
          <a:off x="523466" y="3035943"/>
          <a:ext cx="1338207" cy="578238"/>
        </a:xfrm>
        <a:prstGeom prst="roundRect">
          <a:avLst/>
        </a:prstGeom>
      </dgm:spPr>
    </dgm:pt>
    <dgm:pt modelId="{9329CE25-B2F6-4010-B9B5-7EAAFC658CA4}" type="pres">
      <dgm:prSet presAssocID="{9DCE91D3-BD88-47B9-B149-48FAC8F8995D}" presName="descendantText" presStyleLbl="alignAccFollowNode1" presStyleIdx="4" presStyleCnt="8" custScaleX="125110">
        <dgm:presLayoutVars>
          <dgm:bulletEnabled val="1"/>
        </dgm:presLayoutVars>
      </dgm:prSet>
      <dgm:spPr>
        <a:xfrm rot="5400000">
          <a:off x="3360549" y="65423"/>
          <a:ext cx="462590" cy="5304977"/>
        </a:xfrm>
        <a:prstGeom prst="round2SameRect">
          <a:avLst/>
        </a:prstGeom>
      </dgm:spPr>
    </dgm:pt>
    <dgm:pt modelId="{A243A6E1-B947-4D3A-B069-B4DE6F32318A}" type="pres">
      <dgm:prSet presAssocID="{21B3F5F2-514E-4CA3-9FAC-21FDF18C2E26}" presName="sp" presStyleCnt="0"/>
      <dgm:spPr/>
    </dgm:pt>
    <dgm:pt modelId="{DBE1B852-BE91-45C3-8EE8-9C7E6313A441}" type="pres">
      <dgm:prSet presAssocID="{B1339A63-7080-4EF6-8582-578C61FA51C9}" presName="linNode" presStyleCnt="0"/>
      <dgm:spPr/>
    </dgm:pt>
    <dgm:pt modelId="{EEFF1B65-15AF-429A-B27F-8438CB59B623}" type="pres">
      <dgm:prSet presAssocID="{B1339A63-7080-4EF6-8582-578C61FA51C9}" presName="parentText" presStyleLbl="node1" presStyleIdx="5" presStyleCnt="8" custScaleX="24570">
        <dgm:presLayoutVars>
          <dgm:chMax val="1"/>
          <dgm:bulletEnabled val="1"/>
        </dgm:presLayoutVars>
      </dgm:prSet>
      <dgm:spPr>
        <a:xfrm>
          <a:off x="523466" y="3643093"/>
          <a:ext cx="1338207" cy="578238"/>
        </a:xfrm>
        <a:prstGeom prst="roundRect">
          <a:avLst/>
        </a:prstGeom>
      </dgm:spPr>
    </dgm:pt>
    <dgm:pt modelId="{644154CA-5D4F-46E3-946B-B49D535FFE69}" type="pres">
      <dgm:prSet presAssocID="{B1339A63-7080-4EF6-8582-578C61FA51C9}" presName="descendantText" presStyleLbl="alignAccFollowNode1" presStyleIdx="5" presStyleCnt="8" custScaleX="125110" custLinFactNeighborX="1169" custLinFactNeighborY="5764">
        <dgm:presLayoutVars>
          <dgm:bulletEnabled val="1"/>
        </dgm:presLayoutVars>
      </dgm:prSet>
      <dgm:spPr>
        <a:xfrm rot="5400000">
          <a:off x="3388431" y="699237"/>
          <a:ext cx="462590" cy="5304977"/>
        </a:xfrm>
        <a:prstGeom prst="round2SameRect">
          <a:avLst/>
        </a:prstGeom>
      </dgm:spPr>
    </dgm:pt>
    <dgm:pt modelId="{022C7B38-B90D-48BE-B035-842613661D12}" type="pres">
      <dgm:prSet presAssocID="{789FF8A8-0445-420C-92BC-6C76609E87C9}" presName="sp" presStyleCnt="0"/>
      <dgm:spPr/>
    </dgm:pt>
    <dgm:pt modelId="{76C1A62B-FE11-4D5C-A898-B405F97005C9}" type="pres">
      <dgm:prSet presAssocID="{73278E8E-A4C4-4670-BDA3-7A320E2935DE}" presName="linNode" presStyleCnt="0"/>
      <dgm:spPr/>
    </dgm:pt>
    <dgm:pt modelId="{A38D09B5-20FE-4B65-B487-80A7FF67BDEB}" type="pres">
      <dgm:prSet presAssocID="{73278E8E-A4C4-4670-BDA3-7A320E2935DE}" presName="parentText" presStyleLbl="node1" presStyleIdx="6" presStyleCnt="8" custScaleX="24570">
        <dgm:presLayoutVars>
          <dgm:chMax val="1"/>
          <dgm:bulletEnabled val="1"/>
        </dgm:presLayoutVars>
      </dgm:prSet>
      <dgm:spPr>
        <a:xfrm>
          <a:off x="523466" y="4250244"/>
          <a:ext cx="1338207" cy="578238"/>
        </a:xfrm>
        <a:prstGeom prst="roundRect">
          <a:avLst/>
        </a:prstGeom>
      </dgm:spPr>
    </dgm:pt>
    <dgm:pt modelId="{D127289C-55BB-49E9-B361-F89425276C48}" type="pres">
      <dgm:prSet presAssocID="{73278E8E-A4C4-4670-BDA3-7A320E2935DE}" presName="descendantText" presStyleLbl="alignAccFollowNode1" presStyleIdx="6" presStyleCnt="8" custScaleX="125110" custLinFactNeighborX="581">
        <dgm:presLayoutVars>
          <dgm:bulletEnabled val="1"/>
        </dgm:presLayoutVars>
      </dgm:prSet>
      <dgm:spPr>
        <a:xfrm rot="5400000">
          <a:off x="3374406" y="1279724"/>
          <a:ext cx="462590" cy="5304977"/>
        </a:xfrm>
        <a:prstGeom prst="round2SameRect">
          <a:avLst/>
        </a:prstGeom>
      </dgm:spPr>
    </dgm:pt>
    <dgm:pt modelId="{937190F1-CD69-4745-8F8D-A363F79A87F1}" type="pres">
      <dgm:prSet presAssocID="{539C659E-13F4-4A76-86D6-3D07E547A5B7}" presName="sp" presStyleCnt="0"/>
      <dgm:spPr/>
    </dgm:pt>
    <dgm:pt modelId="{9D67AD5E-38CF-4393-BA21-BFC6371D7AE8}" type="pres">
      <dgm:prSet presAssocID="{C714E617-5CE3-400E-B7D9-88B6752E8989}" presName="linNode" presStyleCnt="0"/>
      <dgm:spPr/>
    </dgm:pt>
    <dgm:pt modelId="{C1D1E351-4BA4-4935-AEF0-66092CFDCDC6}" type="pres">
      <dgm:prSet presAssocID="{C714E617-5CE3-400E-B7D9-88B6752E8989}" presName="parentText" presStyleLbl="node1" presStyleIdx="7" presStyleCnt="8" custScaleX="24570">
        <dgm:presLayoutVars>
          <dgm:chMax val="1"/>
          <dgm:bulletEnabled val="1"/>
        </dgm:presLayoutVars>
      </dgm:prSet>
      <dgm:spPr>
        <a:prstGeom prst="roundRect">
          <a:avLst/>
        </a:prstGeom>
      </dgm:spPr>
    </dgm:pt>
    <dgm:pt modelId="{519A0F10-8DB0-434D-81DD-2B53335586CC}" type="pres">
      <dgm:prSet presAssocID="{C714E617-5CE3-400E-B7D9-88B6752E8989}" presName="descendantText" presStyleLbl="alignAccFollowNode1" presStyleIdx="7" presStyleCnt="8" custScaleX="125764">
        <dgm:presLayoutVars>
          <dgm:bulletEnabled val="1"/>
        </dgm:presLayoutVars>
      </dgm:prSet>
      <dgm:spPr>
        <a:xfrm rot="5400000">
          <a:off x="3374414" y="1873009"/>
          <a:ext cx="462590" cy="5332708"/>
        </a:xfrm>
        <a:prstGeom prst="round2SameRect">
          <a:avLst/>
        </a:prstGeom>
      </dgm:spPr>
    </dgm:pt>
  </dgm:ptLst>
  <dgm:cxnLst>
    <dgm:cxn modelId="{781F3801-9419-4814-A77B-1C5530321508}" type="presOf" srcId="{AC705202-7E99-4A6A-862F-AA92173956BC}" destId="{519A0F10-8DB0-434D-81DD-2B53335586CC}" srcOrd="0" destOrd="0" presId="urn:microsoft.com/office/officeart/2005/8/layout/vList5"/>
    <dgm:cxn modelId="{524E4B04-E0CF-4E6A-A9F0-93C6E21A0AAB}" srcId="{A2868EEB-2106-41D2-9CAA-23B802F3628E}" destId="{99D6E3D2-F108-46EB-9217-F9CE6987CBCC}" srcOrd="0" destOrd="0" parTransId="{6F64E2ED-9566-4E53-998C-DBD300B82BA1}" sibTransId="{9DACCF1E-3B25-4E2D-B5D8-5A5929104F42}"/>
    <dgm:cxn modelId="{D0EA8609-0371-4EA6-8994-0E528E666B43}" srcId="{3F89BB5E-6274-46B3-9D60-9E20BD3530AD}" destId="{908FCCE2-45B5-4D24-AE9F-3DEE01BD9D49}" srcOrd="0" destOrd="0" parTransId="{DBD50C5C-4D0F-4FE8-B12B-B34D7E2F7FA7}" sibTransId="{8E75D728-8917-4A44-9324-DA5960767995}"/>
    <dgm:cxn modelId="{FD3E2E13-3C57-4AC9-A636-986D371E975F}" type="presOf" srcId="{908FCCE2-45B5-4D24-AE9F-3DEE01BD9D49}" destId="{B6FC2166-1C53-4A70-BF25-C7828AE5921C}" srcOrd="0" destOrd="0" presId="urn:microsoft.com/office/officeart/2005/8/layout/vList5"/>
    <dgm:cxn modelId="{F124052B-6A16-47BB-B568-60FD6E7956EB}" srcId="{E7322797-FB2B-49B4-B983-766D172EE160}" destId="{9DCE91D3-BD88-47B9-B149-48FAC8F8995D}" srcOrd="4" destOrd="0" parTransId="{1774DDD2-2387-4001-9711-CF293EBFD78F}" sibTransId="{21B3F5F2-514E-4CA3-9FAC-21FDF18C2E26}"/>
    <dgm:cxn modelId="{FD0C7630-BCF0-401D-8969-CD56198A8241}" srcId="{20DC5077-CD8B-46FD-89F6-CB7EC77CD56A}" destId="{A7C5F983-2F98-4965-9CC7-D69AC20306E5}" srcOrd="0" destOrd="0" parTransId="{A1BBEADC-1204-4862-AA84-A87A763DFCB3}" sibTransId="{AA433E0D-3987-46F9-B862-EA9850AB351E}"/>
    <dgm:cxn modelId="{45A9AA39-C2C3-4688-8DAF-5D1FDF3C74D0}" srcId="{E7322797-FB2B-49B4-B983-766D172EE160}" destId="{20DC5077-CD8B-46FD-89F6-CB7EC77CD56A}" srcOrd="1" destOrd="0" parTransId="{00769546-55D4-4F6D-859D-C2C079A13C28}" sibTransId="{1CEDA580-456F-4F9B-9F0E-442434E599CF}"/>
    <dgm:cxn modelId="{B9FD7F5F-3878-4F0E-89A6-507DEADB9B2F}" type="presOf" srcId="{B1339A63-7080-4EF6-8582-578C61FA51C9}" destId="{EEFF1B65-15AF-429A-B27F-8438CB59B623}" srcOrd="0" destOrd="0" presId="urn:microsoft.com/office/officeart/2005/8/layout/vList5"/>
    <dgm:cxn modelId="{43375967-70C5-450D-9525-2F9062097E5F}" type="presOf" srcId="{E7322797-FB2B-49B4-B983-766D172EE160}" destId="{03E6A4DD-9C9F-49E0-B243-38B4BA97FDB6}" srcOrd="0" destOrd="0" presId="urn:microsoft.com/office/officeart/2005/8/layout/vList5"/>
    <dgm:cxn modelId="{1A08F749-8B54-4B2B-8A8D-82D41C8AD154}" type="presOf" srcId="{73278E8E-A4C4-4670-BDA3-7A320E2935DE}" destId="{A38D09B5-20FE-4B65-B487-80A7FF67BDEB}" srcOrd="0" destOrd="0" presId="urn:microsoft.com/office/officeart/2005/8/layout/vList5"/>
    <dgm:cxn modelId="{8768366F-DBE7-4E3A-B65F-27616297E665}" type="presOf" srcId="{A2868EEB-2106-41D2-9CAA-23B802F3628E}" destId="{1565C43A-C6E1-4D55-BE9E-E6FB7F9EF95E}" srcOrd="0" destOrd="0" presId="urn:microsoft.com/office/officeart/2005/8/layout/vList5"/>
    <dgm:cxn modelId="{13892155-3461-4E08-96CD-818B4F7F8B72}" type="presOf" srcId="{9DCE91D3-BD88-47B9-B149-48FAC8F8995D}" destId="{0FE8B3E4-0354-400A-B940-60E0BC183555}" srcOrd="0" destOrd="0" presId="urn:microsoft.com/office/officeart/2005/8/layout/vList5"/>
    <dgm:cxn modelId="{A4669575-A848-42EF-AAD9-9E9F0F9C617E}" srcId="{C714E617-5CE3-400E-B7D9-88B6752E8989}" destId="{AC705202-7E99-4A6A-862F-AA92173956BC}" srcOrd="0" destOrd="0" parTransId="{4F22ABAB-1CEC-4328-A56D-454258986581}" sibTransId="{D24568CA-6D39-4577-A179-E7E4F1F561AD}"/>
    <dgm:cxn modelId="{47975B78-6A5F-4DC0-98E6-2F06A7A23A41}" type="presOf" srcId="{8337778C-AF63-4B22-9C45-07ADE1010D9C}" destId="{644154CA-5D4F-46E3-946B-B49D535FFE69}" srcOrd="0" destOrd="0" presId="urn:microsoft.com/office/officeart/2005/8/layout/vList5"/>
    <dgm:cxn modelId="{DCAB6778-FECC-4399-935F-5322952C8329}" type="presOf" srcId="{C714E617-5CE3-400E-B7D9-88B6752E8989}" destId="{C1D1E351-4BA4-4935-AEF0-66092CFDCDC6}" srcOrd="0" destOrd="0" presId="urn:microsoft.com/office/officeart/2005/8/layout/vList5"/>
    <dgm:cxn modelId="{E33D7358-C5B8-4545-B90D-962DFA823BA5}" srcId="{73278E8E-A4C4-4670-BDA3-7A320E2935DE}" destId="{CC247DDB-F7E5-4183-BD94-C7F0399DEE7F}" srcOrd="0" destOrd="0" parTransId="{C1054840-09AE-4BCB-98FF-91D4A0D23C1B}" sibTransId="{6F5EEB89-538F-4C43-84F2-2AEEE1071A32}"/>
    <dgm:cxn modelId="{1B7AE05A-8C63-4391-82B0-D74E01A0CCB9}" type="presOf" srcId="{3E5E4154-E6F0-408C-8CAD-E2A89A9ECD08}" destId="{3DCF53B2-4ACD-4C42-BDF2-FE42D4F8035E}" srcOrd="0" destOrd="0" presId="urn:microsoft.com/office/officeart/2005/8/layout/vList5"/>
    <dgm:cxn modelId="{B1E7FB7A-EB5B-4BB5-B982-3FD0A22D9B3B}" type="presOf" srcId="{EA4EB662-ADE3-40CA-B4AB-B5043BECEB7E}" destId="{B424C359-18DB-403F-A337-9048DA4C2677}" srcOrd="0" destOrd="0" presId="urn:microsoft.com/office/officeart/2005/8/layout/vList5"/>
    <dgm:cxn modelId="{7B584191-8DF1-4510-B870-6425FEE75870}" srcId="{E7322797-FB2B-49B4-B983-766D172EE160}" destId="{C714E617-5CE3-400E-B7D9-88B6752E8989}" srcOrd="7" destOrd="0" parTransId="{D63624E3-6853-44FA-81FE-0786B422ACBD}" sibTransId="{51CDF0E2-BDBD-48A4-94DF-CF9748221975}"/>
    <dgm:cxn modelId="{B43D9491-A519-4AF1-A425-66D1E1DBBC5F}" srcId="{E7322797-FB2B-49B4-B983-766D172EE160}" destId="{A2868EEB-2106-41D2-9CAA-23B802F3628E}" srcOrd="3" destOrd="0" parTransId="{0A1BEDCF-16C6-412E-BEAC-0AE51CC76420}" sibTransId="{9D733EB3-E204-4D0B-8B8A-DB5BA897D081}"/>
    <dgm:cxn modelId="{85A91E93-B0AF-4A30-B66D-555EC00C19BA}" srcId="{9DCE91D3-BD88-47B9-B149-48FAC8F8995D}" destId="{D15EB9F0-6039-43E8-B6B7-3836E12B6DB3}" srcOrd="0" destOrd="0" parTransId="{6C604ADF-1CEA-4555-901C-167411FBDDF7}" sibTransId="{B6297801-FBF0-400A-BCA7-F85CC5638C73}"/>
    <dgm:cxn modelId="{99D95FA5-2ED4-493B-843B-BC6152EC57BD}" srcId="{3E5E4154-E6F0-408C-8CAD-E2A89A9ECD08}" destId="{EA4EB662-ADE3-40CA-B4AB-B5043BECEB7E}" srcOrd="0" destOrd="0" parTransId="{355C0454-5D7D-42C8-9803-B6238909BA7D}" sibTransId="{60E067BE-F3C9-4E74-A7E1-23F63943F449}"/>
    <dgm:cxn modelId="{B0A82BA7-C5E8-4807-A276-7A3CD21D1E2A}" type="presOf" srcId="{D15EB9F0-6039-43E8-B6B7-3836E12B6DB3}" destId="{9329CE25-B2F6-4010-B9B5-7EAAFC658CA4}" srcOrd="0" destOrd="0" presId="urn:microsoft.com/office/officeart/2005/8/layout/vList5"/>
    <dgm:cxn modelId="{C34190A8-F799-40B9-9EC6-7709969BCF87}" type="presOf" srcId="{99D6E3D2-F108-46EB-9217-F9CE6987CBCC}" destId="{C273201C-C54F-402D-A78F-F9A831FB8D94}" srcOrd="0" destOrd="0" presId="urn:microsoft.com/office/officeart/2005/8/layout/vList5"/>
    <dgm:cxn modelId="{48B2AFA8-34C2-47C9-9990-EEE5A7262C17}" type="presOf" srcId="{20DC5077-CD8B-46FD-89F6-CB7EC77CD56A}" destId="{DB638EA7-E480-42B4-819F-149B1F05971C}" srcOrd="0" destOrd="0" presId="urn:microsoft.com/office/officeart/2005/8/layout/vList5"/>
    <dgm:cxn modelId="{AA5A68B4-C058-48AE-B58A-B10097DB824E}" type="presOf" srcId="{3F89BB5E-6274-46B3-9D60-9E20BD3530AD}" destId="{B14F474E-D99E-48B0-BE78-905393DD1838}" srcOrd="0" destOrd="0" presId="urn:microsoft.com/office/officeart/2005/8/layout/vList5"/>
    <dgm:cxn modelId="{60C01FBA-4112-4761-9362-FD2783709BCE}" srcId="{E7322797-FB2B-49B4-B983-766D172EE160}" destId="{3E5E4154-E6F0-408C-8CAD-E2A89A9ECD08}" srcOrd="2" destOrd="0" parTransId="{24D73C5C-121C-4677-9199-DFAFDA8C3CA7}" sibTransId="{93E089C4-FE81-409C-9E63-178969ED8DED}"/>
    <dgm:cxn modelId="{8263EEBB-3CFF-4A1C-AE7F-1115E842FABD}" srcId="{B1339A63-7080-4EF6-8582-578C61FA51C9}" destId="{8337778C-AF63-4B22-9C45-07ADE1010D9C}" srcOrd="0" destOrd="0" parTransId="{8F3E10D6-3126-427E-B9DC-513256479555}" sibTransId="{2DCAA63E-E3F2-4005-9D88-A8A4EBE9EDF3}"/>
    <dgm:cxn modelId="{24A3AEC7-4896-4DA6-AF73-4C6CCEC3FA12}" srcId="{E7322797-FB2B-49B4-B983-766D172EE160}" destId="{73278E8E-A4C4-4670-BDA3-7A320E2935DE}" srcOrd="6" destOrd="0" parTransId="{76E817B3-7E2E-49DC-A84F-41FC83AD71AD}" sibTransId="{539C659E-13F4-4A76-86D6-3D07E547A5B7}"/>
    <dgm:cxn modelId="{2DDBE1CB-B476-4242-BDF6-AC17021C0C89}" srcId="{E7322797-FB2B-49B4-B983-766D172EE160}" destId="{3F89BB5E-6274-46B3-9D60-9E20BD3530AD}" srcOrd="0" destOrd="0" parTransId="{567EEACD-0AC0-40F3-A1E7-75830EE41771}" sibTransId="{7558D5EC-6CB9-4F23-B330-637A9136E20C}"/>
    <dgm:cxn modelId="{3538F1D8-5E57-4AC3-B4FA-D7BBAA2DAC69}" srcId="{E7322797-FB2B-49B4-B983-766D172EE160}" destId="{B1339A63-7080-4EF6-8582-578C61FA51C9}" srcOrd="5" destOrd="0" parTransId="{1F514F11-546A-4367-A61B-D0DE380F51BE}" sibTransId="{789FF8A8-0445-420C-92BC-6C76609E87C9}"/>
    <dgm:cxn modelId="{3816A9EB-1883-4757-B1F0-EC825EC77C0D}" type="presOf" srcId="{A7C5F983-2F98-4965-9CC7-D69AC20306E5}" destId="{E623E634-59FD-4626-AA90-0F0BB3471B68}" srcOrd="0" destOrd="0" presId="urn:microsoft.com/office/officeart/2005/8/layout/vList5"/>
    <dgm:cxn modelId="{8C9824F5-7E7C-4847-A80C-96CB6BCDC55B}" type="presOf" srcId="{CC247DDB-F7E5-4183-BD94-C7F0399DEE7F}" destId="{D127289C-55BB-49E9-B361-F89425276C48}" srcOrd="0" destOrd="0" presId="urn:microsoft.com/office/officeart/2005/8/layout/vList5"/>
    <dgm:cxn modelId="{692418B9-9F5E-4D56-9EDC-3844F90AD85A}" type="presParOf" srcId="{03E6A4DD-9C9F-49E0-B243-38B4BA97FDB6}" destId="{1F002E57-F180-41EA-B0AB-9303FC58D51B}" srcOrd="0" destOrd="0" presId="urn:microsoft.com/office/officeart/2005/8/layout/vList5"/>
    <dgm:cxn modelId="{9DF3C7CF-0DFA-430C-85BB-4D368EF5BE87}" type="presParOf" srcId="{1F002E57-F180-41EA-B0AB-9303FC58D51B}" destId="{B14F474E-D99E-48B0-BE78-905393DD1838}" srcOrd="0" destOrd="0" presId="urn:microsoft.com/office/officeart/2005/8/layout/vList5"/>
    <dgm:cxn modelId="{F3024812-AA33-4436-9D25-7683A4C6559A}" type="presParOf" srcId="{1F002E57-F180-41EA-B0AB-9303FC58D51B}" destId="{B6FC2166-1C53-4A70-BF25-C7828AE5921C}" srcOrd="1" destOrd="0" presId="urn:microsoft.com/office/officeart/2005/8/layout/vList5"/>
    <dgm:cxn modelId="{0FF38752-0879-4A74-878A-73DE553174B4}" type="presParOf" srcId="{03E6A4DD-9C9F-49E0-B243-38B4BA97FDB6}" destId="{3F84297F-4CDF-44BA-807D-FA731FBEF253}" srcOrd="1" destOrd="0" presId="urn:microsoft.com/office/officeart/2005/8/layout/vList5"/>
    <dgm:cxn modelId="{50179658-3B29-42E0-B110-66AC8FE8F8F6}" type="presParOf" srcId="{03E6A4DD-9C9F-49E0-B243-38B4BA97FDB6}" destId="{E53D67CA-CAE1-49B7-8D3E-532E2C1CA7F3}" srcOrd="2" destOrd="0" presId="urn:microsoft.com/office/officeart/2005/8/layout/vList5"/>
    <dgm:cxn modelId="{10B85DAF-526D-4A3D-AB43-03EEDA821249}" type="presParOf" srcId="{E53D67CA-CAE1-49B7-8D3E-532E2C1CA7F3}" destId="{DB638EA7-E480-42B4-819F-149B1F05971C}" srcOrd="0" destOrd="0" presId="urn:microsoft.com/office/officeart/2005/8/layout/vList5"/>
    <dgm:cxn modelId="{49B261EB-3E03-4343-B20D-496C4B76C35C}" type="presParOf" srcId="{E53D67CA-CAE1-49B7-8D3E-532E2C1CA7F3}" destId="{E623E634-59FD-4626-AA90-0F0BB3471B68}" srcOrd="1" destOrd="0" presId="urn:microsoft.com/office/officeart/2005/8/layout/vList5"/>
    <dgm:cxn modelId="{34526D15-C032-462D-9BF2-A9580BE42175}" type="presParOf" srcId="{03E6A4DD-9C9F-49E0-B243-38B4BA97FDB6}" destId="{5D22D13F-B9E0-459A-8953-569B96448650}" srcOrd="3" destOrd="0" presId="urn:microsoft.com/office/officeart/2005/8/layout/vList5"/>
    <dgm:cxn modelId="{93278116-5ED7-491F-B730-4DEF3D7EEDFC}" type="presParOf" srcId="{03E6A4DD-9C9F-49E0-B243-38B4BA97FDB6}" destId="{D225D836-FC24-4F2C-880B-64C608290B35}" srcOrd="4" destOrd="0" presId="urn:microsoft.com/office/officeart/2005/8/layout/vList5"/>
    <dgm:cxn modelId="{D074B27B-E1AE-4B58-89D2-0DEAEC27655C}" type="presParOf" srcId="{D225D836-FC24-4F2C-880B-64C608290B35}" destId="{3DCF53B2-4ACD-4C42-BDF2-FE42D4F8035E}" srcOrd="0" destOrd="0" presId="urn:microsoft.com/office/officeart/2005/8/layout/vList5"/>
    <dgm:cxn modelId="{E2D9471E-22A8-499B-BD01-AC124DA5583E}" type="presParOf" srcId="{D225D836-FC24-4F2C-880B-64C608290B35}" destId="{B424C359-18DB-403F-A337-9048DA4C2677}" srcOrd="1" destOrd="0" presId="urn:microsoft.com/office/officeart/2005/8/layout/vList5"/>
    <dgm:cxn modelId="{0BAFA4F0-98EB-494B-8696-570BA95B7797}" type="presParOf" srcId="{03E6A4DD-9C9F-49E0-B243-38B4BA97FDB6}" destId="{A924E9DF-C83F-4958-979A-473F3185E977}" srcOrd="5" destOrd="0" presId="urn:microsoft.com/office/officeart/2005/8/layout/vList5"/>
    <dgm:cxn modelId="{438B7CF4-9565-4971-9B85-45F25FE91BBE}" type="presParOf" srcId="{03E6A4DD-9C9F-49E0-B243-38B4BA97FDB6}" destId="{904F3293-5AE0-497D-9A2F-81B3514E1DAA}" srcOrd="6" destOrd="0" presId="urn:microsoft.com/office/officeart/2005/8/layout/vList5"/>
    <dgm:cxn modelId="{4E1AA0E9-4FEE-49CE-8651-D53F9FB7D4BD}" type="presParOf" srcId="{904F3293-5AE0-497D-9A2F-81B3514E1DAA}" destId="{1565C43A-C6E1-4D55-BE9E-E6FB7F9EF95E}" srcOrd="0" destOrd="0" presId="urn:microsoft.com/office/officeart/2005/8/layout/vList5"/>
    <dgm:cxn modelId="{B5048B67-B0A1-4476-AC7D-20C150C5B842}" type="presParOf" srcId="{904F3293-5AE0-497D-9A2F-81B3514E1DAA}" destId="{C273201C-C54F-402D-A78F-F9A831FB8D94}" srcOrd="1" destOrd="0" presId="urn:microsoft.com/office/officeart/2005/8/layout/vList5"/>
    <dgm:cxn modelId="{59EFDEBC-0FCB-4C3C-BDAB-A186088CCA5F}" type="presParOf" srcId="{03E6A4DD-9C9F-49E0-B243-38B4BA97FDB6}" destId="{CBAD83B6-D6DB-446B-B4D2-C4E7C1C11633}" srcOrd="7" destOrd="0" presId="urn:microsoft.com/office/officeart/2005/8/layout/vList5"/>
    <dgm:cxn modelId="{2B53652D-4C56-4EDD-9FF1-9075A20BC74B}" type="presParOf" srcId="{03E6A4DD-9C9F-49E0-B243-38B4BA97FDB6}" destId="{2DE1FFD5-A236-4D13-B701-B1E8AA5BBE96}" srcOrd="8" destOrd="0" presId="urn:microsoft.com/office/officeart/2005/8/layout/vList5"/>
    <dgm:cxn modelId="{FF7FA116-3F27-4840-9FAF-607328F2AA2C}" type="presParOf" srcId="{2DE1FFD5-A236-4D13-B701-B1E8AA5BBE96}" destId="{0FE8B3E4-0354-400A-B940-60E0BC183555}" srcOrd="0" destOrd="0" presId="urn:microsoft.com/office/officeart/2005/8/layout/vList5"/>
    <dgm:cxn modelId="{D19802E1-214F-4687-A6C8-4206051ADA67}" type="presParOf" srcId="{2DE1FFD5-A236-4D13-B701-B1E8AA5BBE96}" destId="{9329CE25-B2F6-4010-B9B5-7EAAFC658CA4}" srcOrd="1" destOrd="0" presId="urn:microsoft.com/office/officeart/2005/8/layout/vList5"/>
    <dgm:cxn modelId="{D60592BF-1CC9-4C03-B60D-55F1665E4295}" type="presParOf" srcId="{03E6A4DD-9C9F-49E0-B243-38B4BA97FDB6}" destId="{A243A6E1-B947-4D3A-B069-B4DE6F32318A}" srcOrd="9" destOrd="0" presId="urn:microsoft.com/office/officeart/2005/8/layout/vList5"/>
    <dgm:cxn modelId="{318106B8-0986-4EDF-9800-E7947D9AF4B3}" type="presParOf" srcId="{03E6A4DD-9C9F-49E0-B243-38B4BA97FDB6}" destId="{DBE1B852-BE91-45C3-8EE8-9C7E6313A441}" srcOrd="10" destOrd="0" presId="urn:microsoft.com/office/officeart/2005/8/layout/vList5"/>
    <dgm:cxn modelId="{469A93B4-BCC8-4454-9F35-B0DB4052670E}" type="presParOf" srcId="{DBE1B852-BE91-45C3-8EE8-9C7E6313A441}" destId="{EEFF1B65-15AF-429A-B27F-8438CB59B623}" srcOrd="0" destOrd="0" presId="urn:microsoft.com/office/officeart/2005/8/layout/vList5"/>
    <dgm:cxn modelId="{F3269108-E982-4C3B-92C8-C6B7A8F4DB3A}" type="presParOf" srcId="{DBE1B852-BE91-45C3-8EE8-9C7E6313A441}" destId="{644154CA-5D4F-46E3-946B-B49D535FFE69}" srcOrd="1" destOrd="0" presId="urn:microsoft.com/office/officeart/2005/8/layout/vList5"/>
    <dgm:cxn modelId="{DE72B86C-9542-4FDB-B1BD-4BAA64A245B2}" type="presParOf" srcId="{03E6A4DD-9C9F-49E0-B243-38B4BA97FDB6}" destId="{022C7B38-B90D-48BE-B035-842613661D12}" srcOrd="11" destOrd="0" presId="urn:microsoft.com/office/officeart/2005/8/layout/vList5"/>
    <dgm:cxn modelId="{E7652212-618F-40F9-A1F5-61A0D3FD27E6}" type="presParOf" srcId="{03E6A4DD-9C9F-49E0-B243-38B4BA97FDB6}" destId="{76C1A62B-FE11-4D5C-A898-B405F97005C9}" srcOrd="12" destOrd="0" presId="urn:microsoft.com/office/officeart/2005/8/layout/vList5"/>
    <dgm:cxn modelId="{996FCF8B-53CD-40D7-ACD1-FCCC01BC8EA5}" type="presParOf" srcId="{76C1A62B-FE11-4D5C-A898-B405F97005C9}" destId="{A38D09B5-20FE-4B65-B487-80A7FF67BDEB}" srcOrd="0" destOrd="0" presId="urn:microsoft.com/office/officeart/2005/8/layout/vList5"/>
    <dgm:cxn modelId="{5DFD50EB-3C29-4765-961E-5B58512ACF73}" type="presParOf" srcId="{76C1A62B-FE11-4D5C-A898-B405F97005C9}" destId="{D127289C-55BB-49E9-B361-F89425276C48}" srcOrd="1" destOrd="0" presId="urn:microsoft.com/office/officeart/2005/8/layout/vList5"/>
    <dgm:cxn modelId="{0D867897-67F7-4312-8CDB-A6ADA91DF9E1}" type="presParOf" srcId="{03E6A4DD-9C9F-49E0-B243-38B4BA97FDB6}" destId="{937190F1-CD69-4745-8F8D-A363F79A87F1}" srcOrd="13" destOrd="0" presId="urn:microsoft.com/office/officeart/2005/8/layout/vList5"/>
    <dgm:cxn modelId="{1CB6E433-C112-478C-917A-83039D77ED9D}" type="presParOf" srcId="{03E6A4DD-9C9F-49E0-B243-38B4BA97FDB6}" destId="{9D67AD5E-38CF-4393-BA21-BFC6371D7AE8}" srcOrd="14" destOrd="0" presId="urn:microsoft.com/office/officeart/2005/8/layout/vList5"/>
    <dgm:cxn modelId="{49B22876-36EC-4EA7-ACEA-5C193319A5F8}" type="presParOf" srcId="{9D67AD5E-38CF-4393-BA21-BFC6371D7AE8}" destId="{C1D1E351-4BA4-4935-AEF0-66092CFDCDC6}" srcOrd="0" destOrd="0" presId="urn:microsoft.com/office/officeart/2005/8/layout/vList5"/>
    <dgm:cxn modelId="{E66A93C0-0CF5-4921-AD72-C53B3D1F8E95}" type="presParOf" srcId="{9D67AD5E-38CF-4393-BA21-BFC6371D7AE8}" destId="{519A0F10-8DB0-434D-81DD-2B53335586C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625391" cy="4828674"/>
        <a:chOff x="0" y="0"/>
        <a:chExt cx="6625391" cy="4828674"/>
      </a:xfrm>
    </dsp:grpSpPr>
    <dsp:sp modelId="{B6FC2166-1C53-4A70-BF25-C7828AE5921C}">
      <dsp:nvSpPr>
        <dsp:cNvPr id="4" name="同侧圆角矩形 3"/>
        <dsp:cNvSpPr/>
      </dsp:nvSpPr>
      <dsp:spPr bwMode="white">
        <a:xfrm rot="5400000">
          <a:off x="3360531" y="-2363346"/>
          <a:ext cx="462627" cy="5304977"/>
        </a:xfrm>
        <a:prstGeom prst="round2SameRect">
          <a:avLst/>
        </a:prstGeom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2363346"/>
        <a:ext cx="462627" cy="5304977"/>
      </dsp:txXfrm>
    </dsp:sp>
    <dsp:sp modelId="{B14F474E-D99E-48B0-BE78-905393DD1838}">
      <dsp:nvSpPr>
        <dsp:cNvPr id="3" name="圆角矩形 2"/>
        <dsp:cNvSpPr/>
      </dsp:nvSpPr>
      <dsp:spPr bwMode="white">
        <a:xfrm>
          <a:off x="353327" y="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0"/>
        <a:ext cx="586029" cy="578284"/>
      </dsp:txXfrm>
    </dsp:sp>
    <dsp:sp modelId="{E623E634-59FD-4626-AA90-0F0BB3471B68}">
      <dsp:nvSpPr>
        <dsp:cNvPr id="6" name="同侧圆角矩形 5"/>
        <dsp:cNvSpPr/>
      </dsp:nvSpPr>
      <dsp:spPr bwMode="white">
        <a:xfrm rot="5400000">
          <a:off x="3360531" y="-1756148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756148"/>
        <a:ext cx="462627" cy="5304977"/>
      </dsp:txXfrm>
    </dsp:sp>
    <dsp:sp modelId="{DB638EA7-E480-42B4-819F-149B1F05971C}">
      <dsp:nvSpPr>
        <dsp:cNvPr id="5" name="圆角矩形 4"/>
        <dsp:cNvSpPr/>
      </dsp:nvSpPr>
      <dsp:spPr bwMode="white">
        <a:xfrm>
          <a:off x="353327" y="607199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607199"/>
        <a:ext cx="586029" cy="578284"/>
      </dsp:txXfrm>
    </dsp:sp>
    <dsp:sp modelId="{B424C359-18DB-403F-A337-9048DA4C2677}">
      <dsp:nvSpPr>
        <dsp:cNvPr id="8" name="同侧圆角矩形 7"/>
        <dsp:cNvSpPr/>
      </dsp:nvSpPr>
      <dsp:spPr bwMode="white">
        <a:xfrm rot="5400000">
          <a:off x="3360531" y="-1148949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148949"/>
        <a:ext cx="462627" cy="5304977"/>
      </dsp:txXfrm>
    </dsp:sp>
    <dsp:sp modelId="{3DCF53B2-4ACD-4C42-BDF2-FE42D4F8035E}">
      <dsp:nvSpPr>
        <dsp:cNvPr id="7" name="圆角矩形 6"/>
        <dsp:cNvSpPr/>
      </dsp:nvSpPr>
      <dsp:spPr bwMode="white">
        <a:xfrm>
          <a:off x="353327" y="1214397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214397"/>
        <a:ext cx="586029" cy="578284"/>
      </dsp:txXfrm>
    </dsp:sp>
    <dsp:sp modelId="{C273201C-C54F-402D-A78F-F9A831FB8D94}">
      <dsp:nvSpPr>
        <dsp:cNvPr id="10" name="同侧圆角矩形 9"/>
        <dsp:cNvSpPr/>
      </dsp:nvSpPr>
      <dsp:spPr bwMode="white">
        <a:xfrm rot="5400000">
          <a:off x="3360531" y="-541751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541751"/>
        <a:ext cx="462627" cy="5304977"/>
      </dsp:txXfrm>
    </dsp:sp>
    <dsp:sp modelId="{1565C43A-C6E1-4D55-BE9E-E6FB7F9EF95E}">
      <dsp:nvSpPr>
        <dsp:cNvPr id="9" name="圆角矩形 8"/>
        <dsp:cNvSpPr/>
      </dsp:nvSpPr>
      <dsp:spPr bwMode="white">
        <a:xfrm>
          <a:off x="353327" y="1821596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821596"/>
        <a:ext cx="586029" cy="578284"/>
      </dsp:txXfrm>
    </dsp:sp>
    <dsp:sp modelId="{9329CE25-B2F6-4010-B9B5-7EAAFC658CA4}">
      <dsp:nvSpPr>
        <dsp:cNvPr id="12" name="同侧圆角矩形 11"/>
        <dsp:cNvSpPr/>
      </dsp:nvSpPr>
      <dsp:spPr bwMode="white">
        <a:xfrm rot="5400000">
          <a:off x="3360531" y="65448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65448"/>
        <a:ext cx="462627" cy="5304977"/>
      </dsp:txXfrm>
    </dsp:sp>
    <dsp:sp modelId="{0FE8B3E4-0354-400A-B940-60E0BC183555}">
      <dsp:nvSpPr>
        <dsp:cNvPr id="11" name="圆角矩形 10"/>
        <dsp:cNvSpPr/>
      </dsp:nvSpPr>
      <dsp:spPr bwMode="white">
        <a:xfrm>
          <a:off x="353327" y="2428794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2428794"/>
        <a:ext cx="586029" cy="578284"/>
      </dsp:txXfrm>
    </dsp:sp>
    <dsp:sp modelId="{644154CA-5D4F-46E3-946B-B49D535FFE69}">
      <dsp:nvSpPr>
        <dsp:cNvPr id="14" name="同侧圆角矩形 13"/>
        <dsp:cNvSpPr/>
      </dsp:nvSpPr>
      <dsp:spPr bwMode="white">
        <a:xfrm rot="5400000">
          <a:off x="3360531" y="672646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672646"/>
        <a:ext cx="462627" cy="5304977"/>
      </dsp:txXfrm>
    </dsp:sp>
    <dsp:sp modelId="{EEFF1B65-15AF-429A-B27F-8438CB59B623}">
      <dsp:nvSpPr>
        <dsp:cNvPr id="13" name="圆角矩形 12"/>
        <dsp:cNvSpPr/>
      </dsp:nvSpPr>
      <dsp:spPr bwMode="white">
        <a:xfrm>
          <a:off x="353327" y="3035993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035993"/>
        <a:ext cx="586029" cy="578284"/>
      </dsp:txXfrm>
    </dsp:sp>
    <dsp:sp modelId="{D127289C-55BB-49E9-B361-F89425276C48}">
      <dsp:nvSpPr>
        <dsp:cNvPr id="16" name="同侧圆角矩形 15"/>
        <dsp:cNvSpPr/>
      </dsp:nvSpPr>
      <dsp:spPr bwMode="white">
        <a:xfrm rot="5400000">
          <a:off x="3374388" y="1279845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88" y="1279845"/>
        <a:ext cx="462627" cy="5304977"/>
      </dsp:txXfrm>
    </dsp:sp>
    <dsp:sp modelId="{A38D09B5-20FE-4B65-B487-80A7FF67BDEB}">
      <dsp:nvSpPr>
        <dsp:cNvPr id="15" name="圆角矩形 14"/>
        <dsp:cNvSpPr/>
      </dsp:nvSpPr>
      <dsp:spPr bwMode="white">
        <a:xfrm>
          <a:off x="353327" y="3643191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643191"/>
        <a:ext cx="586029" cy="578284"/>
      </dsp:txXfrm>
    </dsp:sp>
    <dsp:sp modelId="{519A0F10-8DB0-434D-81DD-2B53335586CC}">
      <dsp:nvSpPr>
        <dsp:cNvPr id="18" name="同侧圆角矩形 17"/>
        <dsp:cNvSpPr/>
      </dsp:nvSpPr>
      <dsp:spPr bwMode="white">
        <a:xfrm rot="5400000">
          <a:off x="3374396" y="1873178"/>
          <a:ext cx="462627" cy="5332708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96" y="1873178"/>
        <a:ext cx="462627" cy="5332708"/>
      </dsp:txXfrm>
    </dsp:sp>
    <dsp:sp modelId="{C1D1E351-4BA4-4935-AEF0-66092CFDCDC6}">
      <dsp:nvSpPr>
        <dsp:cNvPr id="17" name="圆角矩形 16"/>
        <dsp:cNvSpPr/>
      </dsp:nvSpPr>
      <dsp:spPr bwMode="white">
        <a:xfrm>
          <a:off x="353327" y="425039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4250390"/>
        <a:ext cx="586029" cy="5782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625391" cy="4828674"/>
        <a:chOff x="0" y="0"/>
        <a:chExt cx="6625391" cy="4828674"/>
      </a:xfrm>
    </dsp:grpSpPr>
    <dsp:sp modelId="{B6FC2166-1C53-4A70-BF25-C7828AE5921C}">
      <dsp:nvSpPr>
        <dsp:cNvPr id="4" name="同侧圆角矩形 3"/>
        <dsp:cNvSpPr/>
      </dsp:nvSpPr>
      <dsp:spPr bwMode="white">
        <a:xfrm rot="5400000">
          <a:off x="3360531" y="-2363346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2363346"/>
        <a:ext cx="462627" cy="5304977"/>
      </dsp:txXfrm>
    </dsp:sp>
    <dsp:sp modelId="{B14F474E-D99E-48B0-BE78-905393DD1838}">
      <dsp:nvSpPr>
        <dsp:cNvPr id="3" name="圆角矩形 2"/>
        <dsp:cNvSpPr/>
      </dsp:nvSpPr>
      <dsp:spPr bwMode="white">
        <a:xfrm>
          <a:off x="353327" y="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0"/>
        <a:ext cx="586029" cy="578284"/>
      </dsp:txXfrm>
    </dsp:sp>
    <dsp:sp modelId="{E623E634-59FD-4626-AA90-0F0BB3471B68}">
      <dsp:nvSpPr>
        <dsp:cNvPr id="6" name="同侧圆角矩形 5"/>
        <dsp:cNvSpPr/>
      </dsp:nvSpPr>
      <dsp:spPr bwMode="white">
        <a:xfrm rot="5400000">
          <a:off x="3360531" y="-1756148"/>
          <a:ext cx="462627" cy="5304977"/>
        </a:xfrm>
        <a:prstGeom prst="round2SameRect">
          <a:avLst/>
        </a:prstGeom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756148"/>
        <a:ext cx="462627" cy="5304977"/>
      </dsp:txXfrm>
    </dsp:sp>
    <dsp:sp modelId="{DB638EA7-E480-42B4-819F-149B1F05971C}">
      <dsp:nvSpPr>
        <dsp:cNvPr id="5" name="圆角矩形 4"/>
        <dsp:cNvSpPr/>
      </dsp:nvSpPr>
      <dsp:spPr bwMode="white">
        <a:xfrm>
          <a:off x="353327" y="607199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607199"/>
        <a:ext cx="586029" cy="578284"/>
      </dsp:txXfrm>
    </dsp:sp>
    <dsp:sp modelId="{B424C359-18DB-403F-A337-9048DA4C2677}">
      <dsp:nvSpPr>
        <dsp:cNvPr id="8" name="同侧圆角矩形 7"/>
        <dsp:cNvSpPr/>
      </dsp:nvSpPr>
      <dsp:spPr bwMode="white">
        <a:xfrm rot="5400000">
          <a:off x="3360531" y="-1148949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148949"/>
        <a:ext cx="462627" cy="5304977"/>
      </dsp:txXfrm>
    </dsp:sp>
    <dsp:sp modelId="{3DCF53B2-4ACD-4C42-BDF2-FE42D4F8035E}">
      <dsp:nvSpPr>
        <dsp:cNvPr id="7" name="圆角矩形 6"/>
        <dsp:cNvSpPr/>
      </dsp:nvSpPr>
      <dsp:spPr bwMode="white">
        <a:xfrm>
          <a:off x="353327" y="1214397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214397"/>
        <a:ext cx="586029" cy="578284"/>
      </dsp:txXfrm>
    </dsp:sp>
    <dsp:sp modelId="{C273201C-C54F-402D-A78F-F9A831FB8D94}">
      <dsp:nvSpPr>
        <dsp:cNvPr id="10" name="同侧圆角矩形 9"/>
        <dsp:cNvSpPr/>
      </dsp:nvSpPr>
      <dsp:spPr bwMode="white">
        <a:xfrm rot="5400000">
          <a:off x="3360531" y="-541751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541751"/>
        <a:ext cx="462627" cy="5304977"/>
      </dsp:txXfrm>
    </dsp:sp>
    <dsp:sp modelId="{1565C43A-C6E1-4D55-BE9E-E6FB7F9EF95E}">
      <dsp:nvSpPr>
        <dsp:cNvPr id="9" name="圆角矩形 8"/>
        <dsp:cNvSpPr/>
      </dsp:nvSpPr>
      <dsp:spPr bwMode="white">
        <a:xfrm>
          <a:off x="353327" y="1821596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821596"/>
        <a:ext cx="586029" cy="578284"/>
      </dsp:txXfrm>
    </dsp:sp>
    <dsp:sp modelId="{9329CE25-B2F6-4010-B9B5-7EAAFC658CA4}">
      <dsp:nvSpPr>
        <dsp:cNvPr id="12" name="同侧圆角矩形 11"/>
        <dsp:cNvSpPr/>
      </dsp:nvSpPr>
      <dsp:spPr bwMode="white">
        <a:xfrm rot="5400000">
          <a:off x="3360531" y="65448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65448"/>
        <a:ext cx="462627" cy="5304977"/>
      </dsp:txXfrm>
    </dsp:sp>
    <dsp:sp modelId="{0FE8B3E4-0354-400A-B940-60E0BC183555}">
      <dsp:nvSpPr>
        <dsp:cNvPr id="11" name="圆角矩形 10"/>
        <dsp:cNvSpPr/>
      </dsp:nvSpPr>
      <dsp:spPr bwMode="white">
        <a:xfrm>
          <a:off x="353327" y="2428794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2428794"/>
        <a:ext cx="586029" cy="578284"/>
      </dsp:txXfrm>
    </dsp:sp>
    <dsp:sp modelId="{644154CA-5D4F-46E3-946B-B49D535FFE69}">
      <dsp:nvSpPr>
        <dsp:cNvPr id="14" name="同侧圆角矩形 13"/>
        <dsp:cNvSpPr/>
      </dsp:nvSpPr>
      <dsp:spPr bwMode="white">
        <a:xfrm rot="5400000">
          <a:off x="3360531" y="672646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672646"/>
        <a:ext cx="462627" cy="5304977"/>
      </dsp:txXfrm>
    </dsp:sp>
    <dsp:sp modelId="{EEFF1B65-15AF-429A-B27F-8438CB59B623}">
      <dsp:nvSpPr>
        <dsp:cNvPr id="13" name="圆角矩形 12"/>
        <dsp:cNvSpPr/>
      </dsp:nvSpPr>
      <dsp:spPr bwMode="white">
        <a:xfrm>
          <a:off x="353327" y="3035993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035993"/>
        <a:ext cx="586029" cy="578284"/>
      </dsp:txXfrm>
    </dsp:sp>
    <dsp:sp modelId="{D127289C-55BB-49E9-B361-F89425276C48}">
      <dsp:nvSpPr>
        <dsp:cNvPr id="16" name="同侧圆角矩形 15"/>
        <dsp:cNvSpPr/>
      </dsp:nvSpPr>
      <dsp:spPr bwMode="white">
        <a:xfrm rot="5400000">
          <a:off x="3374388" y="1279845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88" y="1279845"/>
        <a:ext cx="462627" cy="5304977"/>
      </dsp:txXfrm>
    </dsp:sp>
    <dsp:sp modelId="{A38D09B5-20FE-4B65-B487-80A7FF67BDEB}">
      <dsp:nvSpPr>
        <dsp:cNvPr id="15" name="圆角矩形 14"/>
        <dsp:cNvSpPr/>
      </dsp:nvSpPr>
      <dsp:spPr bwMode="white">
        <a:xfrm>
          <a:off x="353327" y="3643191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643191"/>
        <a:ext cx="586029" cy="578284"/>
      </dsp:txXfrm>
    </dsp:sp>
    <dsp:sp modelId="{519A0F10-8DB0-434D-81DD-2B53335586CC}">
      <dsp:nvSpPr>
        <dsp:cNvPr id="18" name="同侧圆角矩形 17"/>
        <dsp:cNvSpPr/>
      </dsp:nvSpPr>
      <dsp:spPr bwMode="white">
        <a:xfrm rot="5400000">
          <a:off x="3374396" y="1873178"/>
          <a:ext cx="462627" cy="5332708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96" y="1873178"/>
        <a:ext cx="462627" cy="5332708"/>
      </dsp:txXfrm>
    </dsp:sp>
    <dsp:sp modelId="{C1D1E351-4BA4-4935-AEF0-66092CFDCDC6}">
      <dsp:nvSpPr>
        <dsp:cNvPr id="17" name="圆角矩形 16"/>
        <dsp:cNvSpPr/>
      </dsp:nvSpPr>
      <dsp:spPr bwMode="white">
        <a:xfrm>
          <a:off x="353327" y="425039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4250390"/>
        <a:ext cx="586029" cy="5782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625391" cy="4828674"/>
        <a:chOff x="0" y="0"/>
        <a:chExt cx="6625391" cy="4828674"/>
      </a:xfrm>
    </dsp:grpSpPr>
    <dsp:sp modelId="{B6FC2166-1C53-4A70-BF25-C7828AE5921C}">
      <dsp:nvSpPr>
        <dsp:cNvPr id="4" name="同侧圆角矩形 3"/>
        <dsp:cNvSpPr/>
      </dsp:nvSpPr>
      <dsp:spPr bwMode="white">
        <a:xfrm rot="5400000">
          <a:off x="3360531" y="-2363346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2363346"/>
        <a:ext cx="462627" cy="5304977"/>
      </dsp:txXfrm>
    </dsp:sp>
    <dsp:sp modelId="{B14F474E-D99E-48B0-BE78-905393DD1838}">
      <dsp:nvSpPr>
        <dsp:cNvPr id="3" name="圆角矩形 2"/>
        <dsp:cNvSpPr/>
      </dsp:nvSpPr>
      <dsp:spPr bwMode="white">
        <a:xfrm>
          <a:off x="353327" y="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0"/>
        <a:ext cx="586029" cy="578284"/>
      </dsp:txXfrm>
    </dsp:sp>
    <dsp:sp modelId="{E623E634-59FD-4626-AA90-0F0BB3471B68}">
      <dsp:nvSpPr>
        <dsp:cNvPr id="6" name="同侧圆角矩形 5"/>
        <dsp:cNvSpPr/>
      </dsp:nvSpPr>
      <dsp:spPr bwMode="white">
        <a:xfrm rot="5400000">
          <a:off x="3360531" y="-1756148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756148"/>
        <a:ext cx="462627" cy="5304977"/>
      </dsp:txXfrm>
    </dsp:sp>
    <dsp:sp modelId="{DB638EA7-E480-42B4-819F-149B1F05971C}">
      <dsp:nvSpPr>
        <dsp:cNvPr id="5" name="圆角矩形 4"/>
        <dsp:cNvSpPr/>
      </dsp:nvSpPr>
      <dsp:spPr bwMode="white">
        <a:xfrm>
          <a:off x="353327" y="607199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607199"/>
        <a:ext cx="586029" cy="578284"/>
      </dsp:txXfrm>
    </dsp:sp>
    <dsp:sp modelId="{B424C359-18DB-403F-A337-9048DA4C2677}">
      <dsp:nvSpPr>
        <dsp:cNvPr id="8" name="同侧圆角矩形 7"/>
        <dsp:cNvSpPr/>
      </dsp:nvSpPr>
      <dsp:spPr bwMode="white">
        <a:xfrm rot="5400000">
          <a:off x="3360531" y="-1148949"/>
          <a:ext cx="462627" cy="5304977"/>
        </a:xfrm>
        <a:prstGeom prst="round2SameRect">
          <a:avLst/>
        </a:prstGeom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148949"/>
        <a:ext cx="462627" cy="5304977"/>
      </dsp:txXfrm>
    </dsp:sp>
    <dsp:sp modelId="{3DCF53B2-4ACD-4C42-BDF2-FE42D4F8035E}">
      <dsp:nvSpPr>
        <dsp:cNvPr id="7" name="圆角矩形 6"/>
        <dsp:cNvSpPr/>
      </dsp:nvSpPr>
      <dsp:spPr bwMode="white">
        <a:xfrm>
          <a:off x="353327" y="1214397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214397"/>
        <a:ext cx="586029" cy="578284"/>
      </dsp:txXfrm>
    </dsp:sp>
    <dsp:sp modelId="{C273201C-C54F-402D-A78F-F9A831FB8D94}">
      <dsp:nvSpPr>
        <dsp:cNvPr id="10" name="同侧圆角矩形 9"/>
        <dsp:cNvSpPr/>
      </dsp:nvSpPr>
      <dsp:spPr bwMode="white">
        <a:xfrm rot="5400000">
          <a:off x="3360531" y="-541751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541751"/>
        <a:ext cx="462627" cy="5304977"/>
      </dsp:txXfrm>
    </dsp:sp>
    <dsp:sp modelId="{1565C43A-C6E1-4D55-BE9E-E6FB7F9EF95E}">
      <dsp:nvSpPr>
        <dsp:cNvPr id="9" name="圆角矩形 8"/>
        <dsp:cNvSpPr/>
      </dsp:nvSpPr>
      <dsp:spPr bwMode="white">
        <a:xfrm>
          <a:off x="353327" y="1821596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821596"/>
        <a:ext cx="586029" cy="578284"/>
      </dsp:txXfrm>
    </dsp:sp>
    <dsp:sp modelId="{9329CE25-B2F6-4010-B9B5-7EAAFC658CA4}">
      <dsp:nvSpPr>
        <dsp:cNvPr id="12" name="同侧圆角矩形 11"/>
        <dsp:cNvSpPr/>
      </dsp:nvSpPr>
      <dsp:spPr bwMode="white">
        <a:xfrm rot="5400000">
          <a:off x="3360531" y="65448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65448"/>
        <a:ext cx="462627" cy="5304977"/>
      </dsp:txXfrm>
    </dsp:sp>
    <dsp:sp modelId="{0FE8B3E4-0354-400A-B940-60E0BC183555}">
      <dsp:nvSpPr>
        <dsp:cNvPr id="11" name="圆角矩形 10"/>
        <dsp:cNvSpPr/>
      </dsp:nvSpPr>
      <dsp:spPr bwMode="white">
        <a:xfrm>
          <a:off x="353327" y="2428794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2428794"/>
        <a:ext cx="586029" cy="578284"/>
      </dsp:txXfrm>
    </dsp:sp>
    <dsp:sp modelId="{644154CA-5D4F-46E3-946B-B49D535FFE69}">
      <dsp:nvSpPr>
        <dsp:cNvPr id="14" name="同侧圆角矩形 13"/>
        <dsp:cNvSpPr/>
      </dsp:nvSpPr>
      <dsp:spPr bwMode="white">
        <a:xfrm rot="5400000">
          <a:off x="3360531" y="672646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672646"/>
        <a:ext cx="462627" cy="5304977"/>
      </dsp:txXfrm>
    </dsp:sp>
    <dsp:sp modelId="{EEFF1B65-15AF-429A-B27F-8438CB59B623}">
      <dsp:nvSpPr>
        <dsp:cNvPr id="13" name="圆角矩形 12"/>
        <dsp:cNvSpPr/>
      </dsp:nvSpPr>
      <dsp:spPr bwMode="white">
        <a:xfrm>
          <a:off x="353327" y="3035993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035993"/>
        <a:ext cx="586029" cy="578284"/>
      </dsp:txXfrm>
    </dsp:sp>
    <dsp:sp modelId="{D127289C-55BB-49E9-B361-F89425276C48}">
      <dsp:nvSpPr>
        <dsp:cNvPr id="16" name="同侧圆角矩形 15"/>
        <dsp:cNvSpPr/>
      </dsp:nvSpPr>
      <dsp:spPr bwMode="white">
        <a:xfrm rot="5400000">
          <a:off x="3374388" y="1279845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88" y="1279845"/>
        <a:ext cx="462627" cy="5304977"/>
      </dsp:txXfrm>
    </dsp:sp>
    <dsp:sp modelId="{A38D09B5-20FE-4B65-B487-80A7FF67BDEB}">
      <dsp:nvSpPr>
        <dsp:cNvPr id="15" name="圆角矩形 14"/>
        <dsp:cNvSpPr/>
      </dsp:nvSpPr>
      <dsp:spPr bwMode="white">
        <a:xfrm>
          <a:off x="353327" y="3643191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643191"/>
        <a:ext cx="586029" cy="578284"/>
      </dsp:txXfrm>
    </dsp:sp>
    <dsp:sp modelId="{519A0F10-8DB0-434D-81DD-2B53335586CC}">
      <dsp:nvSpPr>
        <dsp:cNvPr id="18" name="同侧圆角矩形 17"/>
        <dsp:cNvSpPr/>
      </dsp:nvSpPr>
      <dsp:spPr bwMode="white">
        <a:xfrm rot="5400000">
          <a:off x="3374396" y="1873178"/>
          <a:ext cx="462627" cy="5332708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96" y="1873178"/>
        <a:ext cx="462627" cy="5332708"/>
      </dsp:txXfrm>
    </dsp:sp>
    <dsp:sp modelId="{C1D1E351-4BA4-4935-AEF0-66092CFDCDC6}">
      <dsp:nvSpPr>
        <dsp:cNvPr id="17" name="圆角矩形 16"/>
        <dsp:cNvSpPr/>
      </dsp:nvSpPr>
      <dsp:spPr bwMode="white">
        <a:xfrm>
          <a:off x="353327" y="425039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4250390"/>
        <a:ext cx="586029" cy="5782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625391" cy="4828674"/>
        <a:chOff x="0" y="0"/>
        <a:chExt cx="6625391" cy="4828674"/>
      </a:xfrm>
    </dsp:grpSpPr>
    <dsp:sp modelId="{B6FC2166-1C53-4A70-BF25-C7828AE5921C}">
      <dsp:nvSpPr>
        <dsp:cNvPr id="4" name="同侧圆角矩形 3"/>
        <dsp:cNvSpPr/>
      </dsp:nvSpPr>
      <dsp:spPr bwMode="white">
        <a:xfrm rot="5400000">
          <a:off x="3360531" y="-2363346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2363346"/>
        <a:ext cx="462627" cy="5304977"/>
      </dsp:txXfrm>
    </dsp:sp>
    <dsp:sp modelId="{B14F474E-D99E-48B0-BE78-905393DD1838}">
      <dsp:nvSpPr>
        <dsp:cNvPr id="3" name="圆角矩形 2"/>
        <dsp:cNvSpPr/>
      </dsp:nvSpPr>
      <dsp:spPr bwMode="white">
        <a:xfrm>
          <a:off x="353327" y="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0"/>
        <a:ext cx="586029" cy="578284"/>
      </dsp:txXfrm>
    </dsp:sp>
    <dsp:sp modelId="{E623E634-59FD-4626-AA90-0F0BB3471B68}">
      <dsp:nvSpPr>
        <dsp:cNvPr id="6" name="同侧圆角矩形 5"/>
        <dsp:cNvSpPr/>
      </dsp:nvSpPr>
      <dsp:spPr bwMode="white">
        <a:xfrm rot="5400000">
          <a:off x="3360531" y="-1756148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756148"/>
        <a:ext cx="462627" cy="5304977"/>
      </dsp:txXfrm>
    </dsp:sp>
    <dsp:sp modelId="{DB638EA7-E480-42B4-819F-149B1F05971C}">
      <dsp:nvSpPr>
        <dsp:cNvPr id="5" name="圆角矩形 4"/>
        <dsp:cNvSpPr/>
      </dsp:nvSpPr>
      <dsp:spPr bwMode="white">
        <a:xfrm>
          <a:off x="353327" y="607199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607199"/>
        <a:ext cx="586029" cy="578284"/>
      </dsp:txXfrm>
    </dsp:sp>
    <dsp:sp modelId="{B424C359-18DB-403F-A337-9048DA4C2677}">
      <dsp:nvSpPr>
        <dsp:cNvPr id="8" name="同侧圆角矩形 7"/>
        <dsp:cNvSpPr/>
      </dsp:nvSpPr>
      <dsp:spPr bwMode="white">
        <a:xfrm rot="5400000">
          <a:off x="3360531" y="-1148949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148949"/>
        <a:ext cx="462627" cy="5304977"/>
      </dsp:txXfrm>
    </dsp:sp>
    <dsp:sp modelId="{3DCF53B2-4ACD-4C42-BDF2-FE42D4F8035E}">
      <dsp:nvSpPr>
        <dsp:cNvPr id="7" name="圆角矩形 6"/>
        <dsp:cNvSpPr/>
      </dsp:nvSpPr>
      <dsp:spPr bwMode="white">
        <a:xfrm>
          <a:off x="353327" y="1214397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214397"/>
        <a:ext cx="586029" cy="578284"/>
      </dsp:txXfrm>
    </dsp:sp>
    <dsp:sp modelId="{C273201C-C54F-402D-A78F-F9A831FB8D94}">
      <dsp:nvSpPr>
        <dsp:cNvPr id="10" name="同侧圆角矩形 9"/>
        <dsp:cNvSpPr/>
      </dsp:nvSpPr>
      <dsp:spPr bwMode="white">
        <a:xfrm rot="5400000">
          <a:off x="3360531" y="-541751"/>
          <a:ext cx="462627" cy="5304977"/>
        </a:xfrm>
        <a:prstGeom prst="round2SameRect">
          <a:avLst/>
        </a:prstGeom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541751"/>
        <a:ext cx="462627" cy="5304977"/>
      </dsp:txXfrm>
    </dsp:sp>
    <dsp:sp modelId="{1565C43A-C6E1-4D55-BE9E-E6FB7F9EF95E}">
      <dsp:nvSpPr>
        <dsp:cNvPr id="9" name="圆角矩形 8"/>
        <dsp:cNvSpPr/>
      </dsp:nvSpPr>
      <dsp:spPr bwMode="white">
        <a:xfrm>
          <a:off x="353327" y="1821596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821596"/>
        <a:ext cx="586029" cy="578284"/>
      </dsp:txXfrm>
    </dsp:sp>
    <dsp:sp modelId="{9329CE25-B2F6-4010-B9B5-7EAAFC658CA4}">
      <dsp:nvSpPr>
        <dsp:cNvPr id="12" name="同侧圆角矩形 11"/>
        <dsp:cNvSpPr/>
      </dsp:nvSpPr>
      <dsp:spPr bwMode="white">
        <a:xfrm rot="5400000">
          <a:off x="3360531" y="65448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65448"/>
        <a:ext cx="462627" cy="5304977"/>
      </dsp:txXfrm>
    </dsp:sp>
    <dsp:sp modelId="{0FE8B3E4-0354-400A-B940-60E0BC183555}">
      <dsp:nvSpPr>
        <dsp:cNvPr id="11" name="圆角矩形 10"/>
        <dsp:cNvSpPr/>
      </dsp:nvSpPr>
      <dsp:spPr bwMode="white">
        <a:xfrm>
          <a:off x="353327" y="2428794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2428794"/>
        <a:ext cx="586029" cy="578284"/>
      </dsp:txXfrm>
    </dsp:sp>
    <dsp:sp modelId="{644154CA-5D4F-46E3-946B-B49D535FFE69}">
      <dsp:nvSpPr>
        <dsp:cNvPr id="14" name="同侧圆角矩形 13"/>
        <dsp:cNvSpPr/>
      </dsp:nvSpPr>
      <dsp:spPr bwMode="white">
        <a:xfrm rot="5400000">
          <a:off x="3360531" y="672646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672646"/>
        <a:ext cx="462627" cy="5304977"/>
      </dsp:txXfrm>
    </dsp:sp>
    <dsp:sp modelId="{EEFF1B65-15AF-429A-B27F-8438CB59B623}">
      <dsp:nvSpPr>
        <dsp:cNvPr id="13" name="圆角矩形 12"/>
        <dsp:cNvSpPr/>
      </dsp:nvSpPr>
      <dsp:spPr bwMode="white">
        <a:xfrm>
          <a:off x="353327" y="3035993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035993"/>
        <a:ext cx="586029" cy="578284"/>
      </dsp:txXfrm>
    </dsp:sp>
    <dsp:sp modelId="{D127289C-55BB-49E9-B361-F89425276C48}">
      <dsp:nvSpPr>
        <dsp:cNvPr id="16" name="同侧圆角矩形 15"/>
        <dsp:cNvSpPr/>
      </dsp:nvSpPr>
      <dsp:spPr bwMode="white">
        <a:xfrm rot="5400000">
          <a:off x="3374388" y="1279845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88" y="1279845"/>
        <a:ext cx="462627" cy="5304977"/>
      </dsp:txXfrm>
    </dsp:sp>
    <dsp:sp modelId="{A38D09B5-20FE-4B65-B487-80A7FF67BDEB}">
      <dsp:nvSpPr>
        <dsp:cNvPr id="15" name="圆角矩形 14"/>
        <dsp:cNvSpPr/>
      </dsp:nvSpPr>
      <dsp:spPr bwMode="white">
        <a:xfrm>
          <a:off x="353327" y="3643191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643191"/>
        <a:ext cx="586029" cy="578284"/>
      </dsp:txXfrm>
    </dsp:sp>
    <dsp:sp modelId="{519A0F10-8DB0-434D-81DD-2B53335586CC}">
      <dsp:nvSpPr>
        <dsp:cNvPr id="18" name="同侧圆角矩形 17"/>
        <dsp:cNvSpPr/>
      </dsp:nvSpPr>
      <dsp:spPr bwMode="white">
        <a:xfrm rot="5400000">
          <a:off x="3374396" y="1873178"/>
          <a:ext cx="462627" cy="5332708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96" y="1873178"/>
        <a:ext cx="462627" cy="5332708"/>
      </dsp:txXfrm>
    </dsp:sp>
    <dsp:sp modelId="{C1D1E351-4BA4-4935-AEF0-66092CFDCDC6}">
      <dsp:nvSpPr>
        <dsp:cNvPr id="17" name="圆角矩形 16"/>
        <dsp:cNvSpPr/>
      </dsp:nvSpPr>
      <dsp:spPr bwMode="white">
        <a:xfrm>
          <a:off x="353327" y="425039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4250390"/>
        <a:ext cx="586029" cy="5782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625391" cy="4828674"/>
        <a:chOff x="0" y="0"/>
        <a:chExt cx="6625391" cy="4828674"/>
      </a:xfrm>
    </dsp:grpSpPr>
    <dsp:sp modelId="{B6FC2166-1C53-4A70-BF25-C7828AE5921C}">
      <dsp:nvSpPr>
        <dsp:cNvPr id="4" name="同侧圆角矩形 3"/>
        <dsp:cNvSpPr/>
      </dsp:nvSpPr>
      <dsp:spPr bwMode="white">
        <a:xfrm rot="5400000">
          <a:off x="3360531" y="-2363346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2363346"/>
        <a:ext cx="462627" cy="5304977"/>
      </dsp:txXfrm>
    </dsp:sp>
    <dsp:sp modelId="{B14F474E-D99E-48B0-BE78-905393DD1838}">
      <dsp:nvSpPr>
        <dsp:cNvPr id="3" name="圆角矩形 2"/>
        <dsp:cNvSpPr/>
      </dsp:nvSpPr>
      <dsp:spPr bwMode="white">
        <a:xfrm>
          <a:off x="353327" y="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0"/>
        <a:ext cx="586029" cy="578284"/>
      </dsp:txXfrm>
    </dsp:sp>
    <dsp:sp modelId="{E623E634-59FD-4626-AA90-0F0BB3471B68}">
      <dsp:nvSpPr>
        <dsp:cNvPr id="6" name="同侧圆角矩形 5"/>
        <dsp:cNvSpPr/>
      </dsp:nvSpPr>
      <dsp:spPr bwMode="white">
        <a:xfrm rot="5400000">
          <a:off x="3360531" y="-1756148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756148"/>
        <a:ext cx="462627" cy="5304977"/>
      </dsp:txXfrm>
    </dsp:sp>
    <dsp:sp modelId="{DB638EA7-E480-42B4-819F-149B1F05971C}">
      <dsp:nvSpPr>
        <dsp:cNvPr id="5" name="圆角矩形 4"/>
        <dsp:cNvSpPr/>
      </dsp:nvSpPr>
      <dsp:spPr bwMode="white">
        <a:xfrm>
          <a:off x="353327" y="607199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607199"/>
        <a:ext cx="586029" cy="578284"/>
      </dsp:txXfrm>
    </dsp:sp>
    <dsp:sp modelId="{B424C359-18DB-403F-A337-9048DA4C2677}">
      <dsp:nvSpPr>
        <dsp:cNvPr id="8" name="同侧圆角矩形 7"/>
        <dsp:cNvSpPr/>
      </dsp:nvSpPr>
      <dsp:spPr bwMode="white">
        <a:xfrm rot="5400000">
          <a:off x="3360531" y="-1148949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148949"/>
        <a:ext cx="462627" cy="5304977"/>
      </dsp:txXfrm>
    </dsp:sp>
    <dsp:sp modelId="{3DCF53B2-4ACD-4C42-BDF2-FE42D4F8035E}">
      <dsp:nvSpPr>
        <dsp:cNvPr id="7" name="圆角矩形 6"/>
        <dsp:cNvSpPr/>
      </dsp:nvSpPr>
      <dsp:spPr bwMode="white">
        <a:xfrm>
          <a:off x="353327" y="1214397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214397"/>
        <a:ext cx="586029" cy="578284"/>
      </dsp:txXfrm>
    </dsp:sp>
    <dsp:sp modelId="{C273201C-C54F-402D-A78F-F9A831FB8D94}">
      <dsp:nvSpPr>
        <dsp:cNvPr id="10" name="同侧圆角矩形 9"/>
        <dsp:cNvSpPr/>
      </dsp:nvSpPr>
      <dsp:spPr bwMode="white">
        <a:xfrm rot="5400000">
          <a:off x="3360531" y="-541751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541751"/>
        <a:ext cx="462627" cy="5304977"/>
      </dsp:txXfrm>
    </dsp:sp>
    <dsp:sp modelId="{1565C43A-C6E1-4D55-BE9E-E6FB7F9EF95E}">
      <dsp:nvSpPr>
        <dsp:cNvPr id="9" name="圆角矩形 8"/>
        <dsp:cNvSpPr/>
      </dsp:nvSpPr>
      <dsp:spPr bwMode="white">
        <a:xfrm>
          <a:off x="353327" y="1821596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821596"/>
        <a:ext cx="586029" cy="578284"/>
      </dsp:txXfrm>
    </dsp:sp>
    <dsp:sp modelId="{9329CE25-B2F6-4010-B9B5-7EAAFC658CA4}">
      <dsp:nvSpPr>
        <dsp:cNvPr id="12" name="同侧圆角矩形 11"/>
        <dsp:cNvSpPr/>
      </dsp:nvSpPr>
      <dsp:spPr bwMode="white">
        <a:xfrm rot="5400000">
          <a:off x="3360531" y="65448"/>
          <a:ext cx="462627" cy="5304977"/>
        </a:xfrm>
        <a:prstGeom prst="round2SameRect">
          <a:avLst/>
        </a:prstGeom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65448"/>
        <a:ext cx="462627" cy="5304977"/>
      </dsp:txXfrm>
    </dsp:sp>
    <dsp:sp modelId="{0FE8B3E4-0354-400A-B940-60E0BC183555}">
      <dsp:nvSpPr>
        <dsp:cNvPr id="11" name="圆角矩形 10"/>
        <dsp:cNvSpPr/>
      </dsp:nvSpPr>
      <dsp:spPr bwMode="white">
        <a:xfrm>
          <a:off x="353327" y="2428794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2428794"/>
        <a:ext cx="586029" cy="578284"/>
      </dsp:txXfrm>
    </dsp:sp>
    <dsp:sp modelId="{644154CA-5D4F-46E3-946B-B49D535FFE69}">
      <dsp:nvSpPr>
        <dsp:cNvPr id="14" name="同侧圆角矩形 13"/>
        <dsp:cNvSpPr/>
      </dsp:nvSpPr>
      <dsp:spPr bwMode="white">
        <a:xfrm rot="5400000">
          <a:off x="3360531" y="672646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672646"/>
        <a:ext cx="462627" cy="5304977"/>
      </dsp:txXfrm>
    </dsp:sp>
    <dsp:sp modelId="{EEFF1B65-15AF-429A-B27F-8438CB59B623}">
      <dsp:nvSpPr>
        <dsp:cNvPr id="13" name="圆角矩形 12"/>
        <dsp:cNvSpPr/>
      </dsp:nvSpPr>
      <dsp:spPr bwMode="white">
        <a:xfrm>
          <a:off x="353327" y="3035993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035993"/>
        <a:ext cx="586029" cy="578284"/>
      </dsp:txXfrm>
    </dsp:sp>
    <dsp:sp modelId="{D127289C-55BB-49E9-B361-F89425276C48}">
      <dsp:nvSpPr>
        <dsp:cNvPr id="16" name="同侧圆角矩形 15"/>
        <dsp:cNvSpPr/>
      </dsp:nvSpPr>
      <dsp:spPr bwMode="white">
        <a:xfrm rot="5400000">
          <a:off x="3374388" y="1279845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88" y="1279845"/>
        <a:ext cx="462627" cy="5304977"/>
      </dsp:txXfrm>
    </dsp:sp>
    <dsp:sp modelId="{A38D09B5-20FE-4B65-B487-80A7FF67BDEB}">
      <dsp:nvSpPr>
        <dsp:cNvPr id="15" name="圆角矩形 14"/>
        <dsp:cNvSpPr/>
      </dsp:nvSpPr>
      <dsp:spPr bwMode="white">
        <a:xfrm>
          <a:off x="353327" y="3643191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643191"/>
        <a:ext cx="586029" cy="578284"/>
      </dsp:txXfrm>
    </dsp:sp>
    <dsp:sp modelId="{519A0F10-8DB0-434D-81DD-2B53335586CC}">
      <dsp:nvSpPr>
        <dsp:cNvPr id="18" name="同侧圆角矩形 17"/>
        <dsp:cNvSpPr/>
      </dsp:nvSpPr>
      <dsp:spPr bwMode="white">
        <a:xfrm rot="5400000">
          <a:off x="3374396" y="1873178"/>
          <a:ext cx="462627" cy="5332708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96" y="1873178"/>
        <a:ext cx="462627" cy="5332708"/>
      </dsp:txXfrm>
    </dsp:sp>
    <dsp:sp modelId="{C1D1E351-4BA4-4935-AEF0-66092CFDCDC6}">
      <dsp:nvSpPr>
        <dsp:cNvPr id="17" name="圆角矩形 16"/>
        <dsp:cNvSpPr/>
      </dsp:nvSpPr>
      <dsp:spPr bwMode="white">
        <a:xfrm>
          <a:off x="353327" y="425039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4250390"/>
        <a:ext cx="586029" cy="57828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625391" cy="4828674"/>
        <a:chOff x="0" y="0"/>
        <a:chExt cx="6625391" cy="4828674"/>
      </a:xfrm>
    </dsp:grpSpPr>
    <dsp:sp modelId="{B6FC2166-1C53-4A70-BF25-C7828AE5921C}">
      <dsp:nvSpPr>
        <dsp:cNvPr id="4" name="同侧圆角矩形 3"/>
        <dsp:cNvSpPr/>
      </dsp:nvSpPr>
      <dsp:spPr bwMode="white">
        <a:xfrm rot="5400000">
          <a:off x="3360531" y="-2363346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2363346"/>
        <a:ext cx="462627" cy="5304977"/>
      </dsp:txXfrm>
    </dsp:sp>
    <dsp:sp modelId="{B14F474E-D99E-48B0-BE78-905393DD1838}">
      <dsp:nvSpPr>
        <dsp:cNvPr id="3" name="圆角矩形 2"/>
        <dsp:cNvSpPr/>
      </dsp:nvSpPr>
      <dsp:spPr bwMode="white">
        <a:xfrm>
          <a:off x="353327" y="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0"/>
        <a:ext cx="586029" cy="578284"/>
      </dsp:txXfrm>
    </dsp:sp>
    <dsp:sp modelId="{E623E634-59FD-4626-AA90-0F0BB3471B68}">
      <dsp:nvSpPr>
        <dsp:cNvPr id="6" name="同侧圆角矩形 5"/>
        <dsp:cNvSpPr/>
      </dsp:nvSpPr>
      <dsp:spPr bwMode="white">
        <a:xfrm rot="5400000">
          <a:off x="3360531" y="-1756148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756148"/>
        <a:ext cx="462627" cy="5304977"/>
      </dsp:txXfrm>
    </dsp:sp>
    <dsp:sp modelId="{DB638EA7-E480-42B4-819F-149B1F05971C}">
      <dsp:nvSpPr>
        <dsp:cNvPr id="5" name="圆角矩形 4"/>
        <dsp:cNvSpPr/>
      </dsp:nvSpPr>
      <dsp:spPr bwMode="white">
        <a:xfrm>
          <a:off x="353327" y="607199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607199"/>
        <a:ext cx="586029" cy="578284"/>
      </dsp:txXfrm>
    </dsp:sp>
    <dsp:sp modelId="{B424C359-18DB-403F-A337-9048DA4C2677}">
      <dsp:nvSpPr>
        <dsp:cNvPr id="8" name="同侧圆角矩形 7"/>
        <dsp:cNvSpPr/>
      </dsp:nvSpPr>
      <dsp:spPr bwMode="white">
        <a:xfrm rot="5400000">
          <a:off x="3360531" y="-1148949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148949"/>
        <a:ext cx="462627" cy="5304977"/>
      </dsp:txXfrm>
    </dsp:sp>
    <dsp:sp modelId="{3DCF53B2-4ACD-4C42-BDF2-FE42D4F8035E}">
      <dsp:nvSpPr>
        <dsp:cNvPr id="7" name="圆角矩形 6"/>
        <dsp:cNvSpPr/>
      </dsp:nvSpPr>
      <dsp:spPr bwMode="white">
        <a:xfrm>
          <a:off x="353327" y="1214397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214397"/>
        <a:ext cx="586029" cy="578284"/>
      </dsp:txXfrm>
    </dsp:sp>
    <dsp:sp modelId="{C273201C-C54F-402D-A78F-F9A831FB8D94}">
      <dsp:nvSpPr>
        <dsp:cNvPr id="10" name="同侧圆角矩形 9"/>
        <dsp:cNvSpPr/>
      </dsp:nvSpPr>
      <dsp:spPr bwMode="white">
        <a:xfrm rot="5400000">
          <a:off x="3360531" y="-541751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541751"/>
        <a:ext cx="462627" cy="5304977"/>
      </dsp:txXfrm>
    </dsp:sp>
    <dsp:sp modelId="{1565C43A-C6E1-4D55-BE9E-E6FB7F9EF95E}">
      <dsp:nvSpPr>
        <dsp:cNvPr id="9" name="圆角矩形 8"/>
        <dsp:cNvSpPr/>
      </dsp:nvSpPr>
      <dsp:spPr bwMode="white">
        <a:xfrm>
          <a:off x="353327" y="1821596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821596"/>
        <a:ext cx="586029" cy="578284"/>
      </dsp:txXfrm>
    </dsp:sp>
    <dsp:sp modelId="{9329CE25-B2F6-4010-B9B5-7EAAFC658CA4}">
      <dsp:nvSpPr>
        <dsp:cNvPr id="12" name="同侧圆角矩形 11"/>
        <dsp:cNvSpPr/>
      </dsp:nvSpPr>
      <dsp:spPr bwMode="white">
        <a:xfrm rot="5400000">
          <a:off x="3360531" y="65448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65448"/>
        <a:ext cx="462627" cy="5304977"/>
      </dsp:txXfrm>
    </dsp:sp>
    <dsp:sp modelId="{0FE8B3E4-0354-400A-B940-60E0BC183555}">
      <dsp:nvSpPr>
        <dsp:cNvPr id="11" name="圆角矩形 10"/>
        <dsp:cNvSpPr/>
      </dsp:nvSpPr>
      <dsp:spPr bwMode="white">
        <a:xfrm>
          <a:off x="353327" y="2428794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2428794"/>
        <a:ext cx="586029" cy="578284"/>
      </dsp:txXfrm>
    </dsp:sp>
    <dsp:sp modelId="{644154CA-5D4F-46E3-946B-B49D535FFE69}">
      <dsp:nvSpPr>
        <dsp:cNvPr id="14" name="同侧圆角矩形 13"/>
        <dsp:cNvSpPr/>
      </dsp:nvSpPr>
      <dsp:spPr bwMode="white">
        <a:xfrm rot="5400000">
          <a:off x="3388413" y="699312"/>
          <a:ext cx="462627" cy="5304977"/>
        </a:xfrm>
        <a:prstGeom prst="round2SameRect">
          <a:avLst/>
        </a:prstGeom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早期介入及品类管理</a:t>
          </a:r>
          <a:endParaRPr lang="zh-CN" altLang="en-US" sz="2000" b="1" kern="1200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88413" y="699312"/>
        <a:ext cx="462627" cy="5304977"/>
      </dsp:txXfrm>
    </dsp:sp>
    <dsp:sp modelId="{EEFF1B65-15AF-429A-B27F-8438CB59B623}">
      <dsp:nvSpPr>
        <dsp:cNvPr id="13" name="圆角矩形 12"/>
        <dsp:cNvSpPr/>
      </dsp:nvSpPr>
      <dsp:spPr bwMode="white">
        <a:xfrm>
          <a:off x="353327" y="3035993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035993"/>
        <a:ext cx="586029" cy="578284"/>
      </dsp:txXfrm>
    </dsp:sp>
    <dsp:sp modelId="{D127289C-55BB-49E9-B361-F89425276C48}">
      <dsp:nvSpPr>
        <dsp:cNvPr id="16" name="同侧圆角矩形 15"/>
        <dsp:cNvSpPr/>
      </dsp:nvSpPr>
      <dsp:spPr bwMode="white">
        <a:xfrm rot="5400000">
          <a:off x="3374388" y="1279845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88" y="1279845"/>
        <a:ext cx="462627" cy="5304977"/>
      </dsp:txXfrm>
    </dsp:sp>
    <dsp:sp modelId="{A38D09B5-20FE-4B65-B487-80A7FF67BDEB}">
      <dsp:nvSpPr>
        <dsp:cNvPr id="15" name="圆角矩形 14"/>
        <dsp:cNvSpPr/>
      </dsp:nvSpPr>
      <dsp:spPr bwMode="white">
        <a:xfrm>
          <a:off x="353327" y="3643191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643191"/>
        <a:ext cx="586029" cy="578284"/>
      </dsp:txXfrm>
    </dsp:sp>
    <dsp:sp modelId="{519A0F10-8DB0-434D-81DD-2B53335586CC}">
      <dsp:nvSpPr>
        <dsp:cNvPr id="18" name="同侧圆角矩形 17"/>
        <dsp:cNvSpPr/>
      </dsp:nvSpPr>
      <dsp:spPr bwMode="white">
        <a:xfrm rot="5400000">
          <a:off x="3374396" y="1873178"/>
          <a:ext cx="462627" cy="5332708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96" y="1873178"/>
        <a:ext cx="462627" cy="5332708"/>
      </dsp:txXfrm>
    </dsp:sp>
    <dsp:sp modelId="{C1D1E351-4BA4-4935-AEF0-66092CFDCDC6}">
      <dsp:nvSpPr>
        <dsp:cNvPr id="17" name="圆角矩形 16"/>
        <dsp:cNvSpPr/>
      </dsp:nvSpPr>
      <dsp:spPr bwMode="white">
        <a:xfrm>
          <a:off x="353327" y="425039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4250390"/>
        <a:ext cx="586029" cy="57828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625391" cy="4828674"/>
        <a:chOff x="0" y="0"/>
        <a:chExt cx="6625391" cy="4828674"/>
      </a:xfrm>
    </dsp:grpSpPr>
    <dsp:sp modelId="{B6FC2166-1C53-4A70-BF25-C7828AE5921C}">
      <dsp:nvSpPr>
        <dsp:cNvPr id="4" name="同侧圆角矩形 3"/>
        <dsp:cNvSpPr/>
      </dsp:nvSpPr>
      <dsp:spPr bwMode="white">
        <a:xfrm rot="5400000">
          <a:off x="3360531" y="-2363346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2363346"/>
        <a:ext cx="462627" cy="5304977"/>
      </dsp:txXfrm>
    </dsp:sp>
    <dsp:sp modelId="{B14F474E-D99E-48B0-BE78-905393DD1838}">
      <dsp:nvSpPr>
        <dsp:cNvPr id="3" name="圆角矩形 2"/>
        <dsp:cNvSpPr/>
      </dsp:nvSpPr>
      <dsp:spPr bwMode="white">
        <a:xfrm>
          <a:off x="353327" y="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0"/>
        <a:ext cx="586029" cy="578284"/>
      </dsp:txXfrm>
    </dsp:sp>
    <dsp:sp modelId="{E623E634-59FD-4626-AA90-0F0BB3471B68}">
      <dsp:nvSpPr>
        <dsp:cNvPr id="6" name="同侧圆角矩形 5"/>
        <dsp:cNvSpPr/>
      </dsp:nvSpPr>
      <dsp:spPr bwMode="white">
        <a:xfrm rot="5400000">
          <a:off x="3360531" y="-1756148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756148"/>
        <a:ext cx="462627" cy="5304977"/>
      </dsp:txXfrm>
    </dsp:sp>
    <dsp:sp modelId="{DB638EA7-E480-42B4-819F-149B1F05971C}">
      <dsp:nvSpPr>
        <dsp:cNvPr id="5" name="圆角矩形 4"/>
        <dsp:cNvSpPr/>
      </dsp:nvSpPr>
      <dsp:spPr bwMode="white">
        <a:xfrm>
          <a:off x="353327" y="607199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607199"/>
        <a:ext cx="586029" cy="578284"/>
      </dsp:txXfrm>
    </dsp:sp>
    <dsp:sp modelId="{B424C359-18DB-403F-A337-9048DA4C2677}">
      <dsp:nvSpPr>
        <dsp:cNvPr id="8" name="同侧圆角矩形 7"/>
        <dsp:cNvSpPr/>
      </dsp:nvSpPr>
      <dsp:spPr bwMode="white">
        <a:xfrm rot="5400000">
          <a:off x="3360531" y="-1148949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148949"/>
        <a:ext cx="462627" cy="5304977"/>
      </dsp:txXfrm>
    </dsp:sp>
    <dsp:sp modelId="{3DCF53B2-4ACD-4C42-BDF2-FE42D4F8035E}">
      <dsp:nvSpPr>
        <dsp:cNvPr id="7" name="圆角矩形 6"/>
        <dsp:cNvSpPr/>
      </dsp:nvSpPr>
      <dsp:spPr bwMode="white">
        <a:xfrm>
          <a:off x="353327" y="1214397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214397"/>
        <a:ext cx="586029" cy="578284"/>
      </dsp:txXfrm>
    </dsp:sp>
    <dsp:sp modelId="{C273201C-C54F-402D-A78F-F9A831FB8D94}">
      <dsp:nvSpPr>
        <dsp:cNvPr id="10" name="同侧圆角矩形 9"/>
        <dsp:cNvSpPr/>
      </dsp:nvSpPr>
      <dsp:spPr bwMode="white">
        <a:xfrm rot="5400000">
          <a:off x="3360531" y="-541751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541751"/>
        <a:ext cx="462627" cy="5304977"/>
      </dsp:txXfrm>
    </dsp:sp>
    <dsp:sp modelId="{1565C43A-C6E1-4D55-BE9E-E6FB7F9EF95E}">
      <dsp:nvSpPr>
        <dsp:cNvPr id="9" name="圆角矩形 8"/>
        <dsp:cNvSpPr/>
      </dsp:nvSpPr>
      <dsp:spPr bwMode="white">
        <a:xfrm>
          <a:off x="353327" y="1821596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821596"/>
        <a:ext cx="586029" cy="578284"/>
      </dsp:txXfrm>
    </dsp:sp>
    <dsp:sp modelId="{9329CE25-B2F6-4010-B9B5-7EAAFC658CA4}">
      <dsp:nvSpPr>
        <dsp:cNvPr id="12" name="同侧圆角矩形 11"/>
        <dsp:cNvSpPr/>
      </dsp:nvSpPr>
      <dsp:spPr bwMode="white">
        <a:xfrm rot="5400000">
          <a:off x="3360531" y="65448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65448"/>
        <a:ext cx="462627" cy="5304977"/>
      </dsp:txXfrm>
    </dsp:sp>
    <dsp:sp modelId="{0FE8B3E4-0354-400A-B940-60E0BC183555}">
      <dsp:nvSpPr>
        <dsp:cNvPr id="11" name="圆角矩形 10"/>
        <dsp:cNvSpPr/>
      </dsp:nvSpPr>
      <dsp:spPr bwMode="white">
        <a:xfrm>
          <a:off x="353327" y="2428794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2428794"/>
        <a:ext cx="586029" cy="578284"/>
      </dsp:txXfrm>
    </dsp:sp>
    <dsp:sp modelId="{644154CA-5D4F-46E3-946B-B49D535FFE69}">
      <dsp:nvSpPr>
        <dsp:cNvPr id="14" name="同侧圆角矩形 13"/>
        <dsp:cNvSpPr/>
      </dsp:nvSpPr>
      <dsp:spPr bwMode="white">
        <a:xfrm rot="5400000">
          <a:off x="3388413" y="699312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</a:t>
          </a: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88413" y="699312"/>
        <a:ext cx="462627" cy="5304977"/>
      </dsp:txXfrm>
    </dsp:sp>
    <dsp:sp modelId="{EEFF1B65-15AF-429A-B27F-8438CB59B623}">
      <dsp:nvSpPr>
        <dsp:cNvPr id="13" name="圆角矩形 12"/>
        <dsp:cNvSpPr/>
      </dsp:nvSpPr>
      <dsp:spPr bwMode="white">
        <a:xfrm>
          <a:off x="353327" y="3035993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035993"/>
        <a:ext cx="586029" cy="578284"/>
      </dsp:txXfrm>
    </dsp:sp>
    <dsp:sp modelId="{D127289C-55BB-49E9-B361-F89425276C48}">
      <dsp:nvSpPr>
        <dsp:cNvPr id="16" name="同侧圆角矩形 15"/>
        <dsp:cNvSpPr/>
      </dsp:nvSpPr>
      <dsp:spPr bwMode="white">
        <a:xfrm rot="5400000">
          <a:off x="3374388" y="1279845"/>
          <a:ext cx="462627" cy="5304977"/>
        </a:xfrm>
        <a:prstGeom prst="round2SameRect">
          <a:avLst/>
        </a:prstGeom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88" y="1279845"/>
        <a:ext cx="462627" cy="5304977"/>
      </dsp:txXfrm>
    </dsp:sp>
    <dsp:sp modelId="{A38D09B5-20FE-4B65-B487-80A7FF67BDEB}">
      <dsp:nvSpPr>
        <dsp:cNvPr id="15" name="圆角矩形 14"/>
        <dsp:cNvSpPr/>
      </dsp:nvSpPr>
      <dsp:spPr bwMode="white">
        <a:xfrm>
          <a:off x="353327" y="3643191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643191"/>
        <a:ext cx="586029" cy="578284"/>
      </dsp:txXfrm>
    </dsp:sp>
    <dsp:sp modelId="{519A0F10-8DB0-434D-81DD-2B53335586CC}">
      <dsp:nvSpPr>
        <dsp:cNvPr id="18" name="同侧圆角矩形 17"/>
        <dsp:cNvSpPr/>
      </dsp:nvSpPr>
      <dsp:spPr bwMode="white">
        <a:xfrm rot="5400000">
          <a:off x="3374396" y="1873178"/>
          <a:ext cx="462627" cy="5332708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96" y="1873178"/>
        <a:ext cx="462627" cy="5332708"/>
      </dsp:txXfrm>
    </dsp:sp>
    <dsp:sp modelId="{C1D1E351-4BA4-4935-AEF0-66092CFDCDC6}">
      <dsp:nvSpPr>
        <dsp:cNvPr id="17" name="圆角矩形 16"/>
        <dsp:cNvSpPr/>
      </dsp:nvSpPr>
      <dsp:spPr bwMode="white">
        <a:xfrm>
          <a:off x="353327" y="425039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4250390"/>
        <a:ext cx="586029" cy="57828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625391" cy="4828674"/>
        <a:chOff x="0" y="0"/>
        <a:chExt cx="6625391" cy="4828674"/>
      </a:xfrm>
    </dsp:grpSpPr>
    <dsp:sp modelId="{B6FC2166-1C53-4A70-BF25-C7828AE5921C}">
      <dsp:nvSpPr>
        <dsp:cNvPr id="4" name="同侧圆角矩形 3"/>
        <dsp:cNvSpPr/>
      </dsp:nvSpPr>
      <dsp:spPr bwMode="white">
        <a:xfrm rot="5400000">
          <a:off x="3360531" y="-2363346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供应商认证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2363346"/>
        <a:ext cx="462627" cy="5304977"/>
      </dsp:txXfrm>
    </dsp:sp>
    <dsp:sp modelId="{B14F474E-D99E-48B0-BE78-905393DD1838}">
      <dsp:nvSpPr>
        <dsp:cNvPr id="3" name="圆角矩形 2"/>
        <dsp:cNvSpPr/>
      </dsp:nvSpPr>
      <dsp:spPr bwMode="white">
        <a:xfrm>
          <a:off x="353327" y="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1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0"/>
        <a:ext cx="586029" cy="578284"/>
      </dsp:txXfrm>
    </dsp:sp>
    <dsp:sp modelId="{E623E634-59FD-4626-AA90-0F0BB3471B68}">
      <dsp:nvSpPr>
        <dsp:cNvPr id="6" name="同侧圆角矩形 5"/>
        <dsp:cNvSpPr/>
      </dsp:nvSpPr>
      <dsp:spPr bwMode="white">
        <a:xfrm rot="5400000">
          <a:off x="3360531" y="-1756148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供应商选择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756148"/>
        <a:ext cx="462627" cy="5304977"/>
      </dsp:txXfrm>
    </dsp:sp>
    <dsp:sp modelId="{DB638EA7-E480-42B4-819F-149B1F05971C}">
      <dsp:nvSpPr>
        <dsp:cNvPr id="5" name="圆角矩形 4"/>
        <dsp:cNvSpPr/>
      </dsp:nvSpPr>
      <dsp:spPr bwMode="white">
        <a:xfrm>
          <a:off x="353327" y="607199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2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607199"/>
        <a:ext cx="586029" cy="578284"/>
      </dsp:txXfrm>
    </dsp:sp>
    <dsp:sp modelId="{B424C359-18DB-403F-A337-9048DA4C2677}">
      <dsp:nvSpPr>
        <dsp:cNvPr id="8" name="同侧圆角矩形 7"/>
        <dsp:cNvSpPr/>
      </dsp:nvSpPr>
      <dsp:spPr bwMode="white">
        <a:xfrm rot="5400000">
          <a:off x="3360531" y="-1148949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采购履行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1148949"/>
        <a:ext cx="462627" cy="5304977"/>
      </dsp:txXfrm>
    </dsp:sp>
    <dsp:sp modelId="{3DCF53B2-4ACD-4C42-BDF2-FE42D4F8035E}">
      <dsp:nvSpPr>
        <dsp:cNvPr id="7" name="圆角矩形 6"/>
        <dsp:cNvSpPr/>
      </dsp:nvSpPr>
      <dsp:spPr bwMode="white">
        <a:xfrm>
          <a:off x="353327" y="1214397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3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214397"/>
        <a:ext cx="586029" cy="578284"/>
      </dsp:txXfrm>
    </dsp:sp>
    <dsp:sp modelId="{C273201C-C54F-402D-A78F-F9A831FB8D94}">
      <dsp:nvSpPr>
        <dsp:cNvPr id="10" name="同侧圆角矩形 9"/>
        <dsp:cNvSpPr/>
      </dsp:nvSpPr>
      <dsp:spPr bwMode="white">
        <a:xfrm rot="5400000">
          <a:off x="3360531" y="-541751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供应商绩效、风险评估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-541751"/>
        <a:ext cx="462627" cy="5304977"/>
      </dsp:txXfrm>
    </dsp:sp>
    <dsp:sp modelId="{1565C43A-C6E1-4D55-BE9E-E6FB7F9EF95E}">
      <dsp:nvSpPr>
        <dsp:cNvPr id="9" name="圆角矩形 8"/>
        <dsp:cNvSpPr/>
      </dsp:nvSpPr>
      <dsp:spPr bwMode="white">
        <a:xfrm>
          <a:off x="353327" y="1821596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4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1821596"/>
        <a:ext cx="586029" cy="578284"/>
      </dsp:txXfrm>
    </dsp:sp>
    <dsp:sp modelId="{9329CE25-B2F6-4010-B9B5-7EAAFC658CA4}">
      <dsp:nvSpPr>
        <dsp:cNvPr id="12" name="同侧圆角矩形 11"/>
        <dsp:cNvSpPr/>
      </dsp:nvSpPr>
      <dsp:spPr bwMode="white">
        <a:xfrm rot="5400000">
          <a:off x="3360531" y="65448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供应商质量管理及扣款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60531" y="65448"/>
        <a:ext cx="462627" cy="5304977"/>
      </dsp:txXfrm>
    </dsp:sp>
    <dsp:sp modelId="{0FE8B3E4-0354-400A-B940-60E0BC183555}">
      <dsp:nvSpPr>
        <dsp:cNvPr id="11" name="圆角矩形 10"/>
        <dsp:cNvSpPr/>
      </dsp:nvSpPr>
      <dsp:spPr bwMode="white">
        <a:xfrm>
          <a:off x="353327" y="2428794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5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2428794"/>
        <a:ext cx="586029" cy="578284"/>
      </dsp:txXfrm>
    </dsp:sp>
    <dsp:sp modelId="{644154CA-5D4F-46E3-946B-B49D535FFE69}">
      <dsp:nvSpPr>
        <dsp:cNvPr id="14" name="同侧圆角矩形 13"/>
        <dsp:cNvSpPr/>
      </dsp:nvSpPr>
      <dsp:spPr bwMode="white">
        <a:xfrm rot="5400000">
          <a:off x="3388413" y="699312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早期介入及品类</a:t>
          </a: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管理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88413" y="699312"/>
        <a:ext cx="462627" cy="5304977"/>
      </dsp:txXfrm>
    </dsp:sp>
    <dsp:sp modelId="{EEFF1B65-15AF-429A-B27F-8438CB59B623}">
      <dsp:nvSpPr>
        <dsp:cNvPr id="13" name="圆角矩形 12"/>
        <dsp:cNvSpPr/>
      </dsp:nvSpPr>
      <dsp:spPr bwMode="white">
        <a:xfrm>
          <a:off x="353327" y="3035993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6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035993"/>
        <a:ext cx="586029" cy="578284"/>
      </dsp:txXfrm>
    </dsp:sp>
    <dsp:sp modelId="{D127289C-55BB-49E9-B361-F89425276C48}">
      <dsp:nvSpPr>
        <dsp:cNvPr id="16" name="同侧圆角矩形 15"/>
        <dsp:cNvSpPr/>
      </dsp:nvSpPr>
      <dsp:spPr bwMode="white">
        <a:xfrm rot="5400000">
          <a:off x="3374388" y="1279845"/>
          <a:ext cx="462627" cy="5304977"/>
        </a:xfrm>
        <a:prstGeom prst="round2SameRect">
          <a:avLst/>
        </a:prstGeom>
        <a:solidFill>
          <a:srgbClr val="5B9BD5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>
                  <a:hueOff val="0"/>
                  <a:satOff val="0"/>
                  <a:lumOff val="0"/>
                  <a:alphaOff val="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合同管理</a:t>
          </a:r>
          <a:endParaRPr lang="zh-CN" altLang="en-US" sz="2000" b="1" kern="1200" dirty="0">
            <a:solidFill>
              <a:srgbClr val="4C4C4C">
                <a:hueOff val="0"/>
                <a:satOff val="0"/>
                <a:lumOff val="0"/>
                <a:alphaOff val="0"/>
              </a:srgbClr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88" y="1279845"/>
        <a:ext cx="462627" cy="5304977"/>
      </dsp:txXfrm>
    </dsp:sp>
    <dsp:sp modelId="{A38D09B5-20FE-4B65-B487-80A7FF67BDEB}">
      <dsp:nvSpPr>
        <dsp:cNvPr id="15" name="圆角矩形 14"/>
        <dsp:cNvSpPr/>
      </dsp:nvSpPr>
      <dsp:spPr bwMode="white">
        <a:xfrm>
          <a:off x="353327" y="3643191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7</a:t>
          </a:r>
          <a:endParaRPr lang="zh-CN" altLang="en-US" sz="2000" b="1" kern="1200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3643191"/>
        <a:ext cx="586029" cy="578284"/>
      </dsp:txXfrm>
    </dsp:sp>
    <dsp:sp modelId="{519A0F10-8DB0-434D-81DD-2B53335586CC}">
      <dsp:nvSpPr>
        <dsp:cNvPr id="18" name="同侧圆角矩形 17"/>
        <dsp:cNvSpPr/>
      </dsp:nvSpPr>
      <dsp:spPr bwMode="white">
        <a:xfrm rot="5400000">
          <a:off x="3374396" y="1873178"/>
          <a:ext cx="462627" cy="5332708"/>
        </a:xfrm>
        <a:prstGeom prst="round2SameRect">
          <a:avLst/>
        </a:prstGeom>
        <a:solidFill>
          <a:srgbClr val="FFC000">
            <a:alpha val="90000"/>
          </a:srgbClr>
        </a:solidFill>
        <a:ln w="12700" cap="flat" cmpd="sng" algn="ctr">
          <a:solidFill>
            <a:srgbClr val="4C4C4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47650" tIns="123825" rIns="247650" bIns="123825" numCol="1" spcCol="1270" anchor="ctr" anchorCtr="0" forceAA="0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kern="120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财务结算</a:t>
          </a:r>
          <a:endParaRPr lang="zh-CN" altLang="en-US" sz="2000" b="1" kern="1200" dirty="0">
            <a:solidFill>
              <a:srgbClr val="4C4C4C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 rot="5400000">
        <a:off x="3374396" y="1873178"/>
        <a:ext cx="462627" cy="5332708"/>
      </dsp:txXfrm>
    </dsp:sp>
    <dsp:sp modelId="{C1D1E351-4BA4-4935-AEF0-66092CFDCDC6}">
      <dsp:nvSpPr>
        <dsp:cNvPr id="17" name="圆角矩形 16"/>
        <dsp:cNvSpPr/>
      </dsp:nvSpPr>
      <dsp:spPr bwMode="white">
        <a:xfrm>
          <a:off x="353327" y="4250390"/>
          <a:ext cx="586029" cy="578284"/>
        </a:xfrm>
        <a:prstGeom prst="roundRect">
          <a:avLst/>
        </a:prstGeom>
        <a:solidFill>
          <a:srgbClr val="0066CB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0" tIns="38100" rIns="76200" bIns="38100" numCol="1" spcCol="1270" anchor="ctr" anchorCtr="0" forceAA="0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8</a:t>
          </a:r>
          <a:endParaRPr lang="zh-CN" altLang="en-US" b="1" dirty="0">
            <a:solidFill>
              <a:prstClr val="white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53327" y="4250390"/>
        <a:ext cx="586029" cy="5782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50003-D74E-4CFA-9B6C-D84A3CF65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D5F947-618C-421D-9606-F7F8C8FAB08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B9953-A1DC-4C5A-B3E8-67E73E630D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3015C-6344-4A8A-A079-94CC9C3C9AE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3015C-6344-4A8A-A079-94CC9C3C9A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3015C-6344-4A8A-A079-94CC9C3C9A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3015C-6344-4A8A-A079-94CC9C3C9A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3015C-6344-4A8A-A079-94CC9C3C9A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tags" Target="../tags/tag1.xm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tags" Target="../tags/tag2.xml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microsoft.com/office/2007/relationships/hdphoto" Target="../media/image11.wdp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tags" Target="../tags/tag3.xml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:\VI\优华氏\赛意VI系统\PP模板1源文件(16比9)++1920x1080\背景图\图片15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216641" cy="6868283"/>
          </a:xfrm>
          <a:prstGeom prst="rect">
            <a:avLst/>
          </a:prstGeom>
          <a:noFill/>
        </p:spPr>
      </p:pic>
      <p:pic>
        <p:nvPicPr>
          <p:cNvPr id="8" name="图片 5126" descr="02 目录背景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030" y="4233"/>
            <a:ext cx="4086653" cy="6864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组合 5"/>
          <p:cNvGrpSpPr/>
          <p:nvPr userDrawn="1"/>
        </p:nvGrpSpPr>
        <p:grpSpPr>
          <a:xfrm>
            <a:off x="9057218" y="5469467"/>
            <a:ext cx="2582333" cy="978692"/>
            <a:chOff x="6792913" y="4102100"/>
            <a:chExt cx="1936750" cy="734019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6792913" y="4102100"/>
              <a:ext cx="1936750" cy="2878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7426490" y="4544720"/>
              <a:ext cx="669595" cy="291399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 userDrawn="1"/>
        </p:nvSpPr>
        <p:spPr>
          <a:xfrm>
            <a:off x="335360" y="6331242"/>
            <a:ext cx="3345788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335" dirty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证券简称：赛意信息   证券代码：</a:t>
            </a:r>
            <a:r>
              <a:rPr kumimoji="1" lang="en-US" altLang="zh-CN" sz="1335" dirty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300687</a:t>
            </a:r>
            <a:endParaRPr kumimoji="1" lang="zh-CN" altLang="en-US" sz="1335" dirty="0">
              <a:solidFill>
                <a:schemeClr val="bg1">
                  <a:lumMod val="8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5128" descr="02 目录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644691"/>
            <a:ext cx="3018367" cy="332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分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E:\VI\优华氏\赛意VI系统\PP模板1源文件(16比9)++1920x1080\背景图\图片16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-4011"/>
            <a:ext cx="12200719" cy="68620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文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E:\VI\优华氏\赛意VI系统\PP模板1源文件(16比9)++1920x1080\背景图\图片17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617133"/>
          </a:xfrm>
          <a:prstGeom prst="rect">
            <a:avLst/>
          </a:prstGeom>
          <a:noFill/>
        </p:spPr>
      </p:pic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184566" y="6309321"/>
            <a:ext cx="1227463" cy="486833"/>
          </a:xfrm>
          <a:prstGeom prst="rect">
            <a:avLst/>
          </a:prstGeom>
        </p:spPr>
        <p:txBody>
          <a:bodyPr/>
          <a:lstStyle>
            <a:lvl1pPr>
              <a:defRPr sz="1865">
                <a:solidFill>
                  <a:srgbClr val="7F7F7F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/>
              <a:t>/  </a:t>
            </a:r>
            <a:fld id="{0C913308-F349-4B6D-A68A-DD1791B4A57B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335360" y="6331242"/>
            <a:ext cx="3345788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335" dirty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证券简称：赛意信息   证券代码：</a:t>
            </a:r>
            <a:r>
              <a:rPr kumimoji="1" lang="en-US" altLang="zh-CN" sz="1335" dirty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300687</a:t>
            </a:r>
            <a:endParaRPr kumimoji="1" lang="zh-CN" altLang="en-US" sz="1335" dirty="0">
              <a:solidFill>
                <a:schemeClr val="bg1">
                  <a:lumMod val="8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 txBox="1"/>
          <p:nvPr userDrawn="1"/>
        </p:nvSpPr>
        <p:spPr>
          <a:xfrm>
            <a:off x="11513655" y="6371166"/>
            <a:ext cx="1227463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865" smtClean="0"/>
            </a:fld>
            <a:endParaRPr lang="zh-CN" altLang="en-US" sz="1865" dirty="0"/>
          </a:p>
        </p:txBody>
      </p:sp>
      <p:sp>
        <p:nvSpPr>
          <p:cNvPr id="13" name="灯片编号占位符 5"/>
          <p:cNvSpPr txBox="1"/>
          <p:nvPr userDrawn="1"/>
        </p:nvSpPr>
        <p:spPr>
          <a:xfrm>
            <a:off x="11513655" y="6371166"/>
            <a:ext cx="1227463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865" smtClean="0"/>
            </a:fld>
            <a:endParaRPr lang="zh-CN" altLang="en-US" sz="1865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1321080" y="6301183"/>
            <a:ext cx="370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/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4731" cy="452669"/>
          </a:xfrm>
          <a:prstGeom prst="rect">
            <a:avLst/>
          </a:prstGeom>
          <a:solidFill>
            <a:srgbClr val="95A2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9" name="灯片编号占位符 5"/>
          <p:cNvSpPr txBox="1"/>
          <p:nvPr userDrawn="1"/>
        </p:nvSpPr>
        <p:spPr>
          <a:xfrm>
            <a:off x="11513655" y="6371166"/>
            <a:ext cx="1227463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865" smtClean="0"/>
            </a:fld>
            <a:endParaRPr lang="zh-CN" altLang="en-US" sz="1865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35360" y="6331242"/>
            <a:ext cx="3345788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335" dirty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证券简称：赛意信息   证券代码：</a:t>
            </a:r>
            <a:r>
              <a:rPr kumimoji="1" lang="en-US" altLang="zh-CN" sz="1335" dirty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300687</a:t>
            </a:r>
            <a:endParaRPr kumimoji="1" lang="zh-CN" altLang="en-US" sz="1335" dirty="0">
              <a:solidFill>
                <a:schemeClr val="bg1">
                  <a:lumMod val="8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66303" y="6532510"/>
            <a:ext cx="1152128" cy="17126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94588" y="6379484"/>
            <a:ext cx="771715" cy="335840"/>
          </a:xfrm>
          <a:prstGeom prst="rect">
            <a:avLst/>
          </a:prstGeom>
        </p:spPr>
      </p:pic>
      <p:sp>
        <p:nvSpPr>
          <p:cNvPr id="15" name="灯片编号占位符 5"/>
          <p:cNvSpPr txBox="1"/>
          <p:nvPr userDrawn="1"/>
        </p:nvSpPr>
        <p:spPr>
          <a:xfrm>
            <a:off x="11513655" y="6371166"/>
            <a:ext cx="1227463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865" smtClean="0"/>
            </a:fld>
            <a:endParaRPr lang="zh-CN" altLang="en-US" sz="1865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1321080" y="6301183"/>
            <a:ext cx="370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/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48340" y="6453505"/>
            <a:ext cx="1283335" cy="340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 txBox="1"/>
          <p:nvPr userDrawn="1"/>
        </p:nvSpPr>
        <p:spPr>
          <a:xfrm>
            <a:off x="11513655" y="6371166"/>
            <a:ext cx="1227463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865" smtClean="0"/>
            </a:fld>
            <a:endParaRPr lang="zh-CN" altLang="en-US" sz="1865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335360" y="6331242"/>
            <a:ext cx="3345788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335" dirty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证券简称：赛意信息   证券代码：</a:t>
            </a:r>
            <a:r>
              <a:rPr kumimoji="1" lang="en-US" altLang="zh-CN" sz="1335" dirty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300687</a:t>
            </a:r>
            <a:endParaRPr kumimoji="1" lang="zh-CN" altLang="en-US" sz="1335" dirty="0">
              <a:solidFill>
                <a:schemeClr val="bg1">
                  <a:lumMod val="8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66303" y="6532510"/>
            <a:ext cx="1152128" cy="171263"/>
          </a:xfrm>
          <a:prstGeom prst="rect">
            <a:avLst/>
          </a:prstGeom>
        </p:spPr>
      </p:pic>
      <p:sp>
        <p:nvSpPr>
          <p:cNvPr id="15" name="灯片编号占位符 5"/>
          <p:cNvSpPr txBox="1"/>
          <p:nvPr userDrawn="1"/>
        </p:nvSpPr>
        <p:spPr>
          <a:xfrm>
            <a:off x="11513655" y="6371166"/>
            <a:ext cx="1227463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865" smtClean="0"/>
            </a:fld>
            <a:endParaRPr lang="zh-CN" altLang="en-US" sz="1865" dirty="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48574" y="6453646"/>
            <a:ext cx="1283278" cy="3343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" b="2401"/>
          <a:stretch>
            <a:fillRect/>
          </a:stretch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4" name="Rectangle 11" descr="Full slide 4-color photo can be inserted here"/>
          <p:cNvSpPr/>
          <p:nvPr userDrawn="1"/>
        </p:nvSpPr>
        <p:spPr bwMode="hidden">
          <a:xfrm>
            <a:off x="0" y="0"/>
            <a:ext cx="12192000" cy="6859787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335360" y="6331242"/>
            <a:ext cx="3345788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335" dirty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证券简称：赛意信息   证券代码：</a:t>
            </a:r>
            <a:r>
              <a:rPr kumimoji="1" lang="en-US" altLang="zh-CN" sz="1335" dirty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300687</a:t>
            </a:r>
            <a:endParaRPr kumimoji="1" lang="zh-CN" altLang="en-US" sz="1335" dirty="0">
              <a:solidFill>
                <a:schemeClr val="bg1">
                  <a:lumMod val="8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84299" y="6271157"/>
            <a:ext cx="3407701" cy="58684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866303" y="6532510"/>
            <a:ext cx="1152128" cy="17126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094588" y="6379484"/>
            <a:ext cx="771715" cy="335840"/>
          </a:xfrm>
          <a:prstGeom prst="rect">
            <a:avLst/>
          </a:prstGeom>
        </p:spPr>
      </p:pic>
      <p:sp>
        <p:nvSpPr>
          <p:cNvPr id="14" name="灯片编号占位符 5"/>
          <p:cNvSpPr txBox="1"/>
          <p:nvPr userDrawn="1"/>
        </p:nvSpPr>
        <p:spPr>
          <a:xfrm>
            <a:off x="11513655" y="6371166"/>
            <a:ext cx="1227463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865" smtClean="0"/>
            </a:fld>
            <a:endParaRPr lang="zh-CN" altLang="en-US" sz="1865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1321080" y="6301183"/>
            <a:ext cx="370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/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E:\VI\优华氏\赛意VI系统\PP模板1源文件(16比9)++1920x1080\背景图\图片19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94" y="-12173"/>
            <a:ext cx="12213639" cy="6870173"/>
          </a:xfrm>
          <a:prstGeom prst="rect">
            <a:avLst/>
          </a:prstGeom>
          <a:noFill/>
        </p:spPr>
      </p:pic>
      <p:pic>
        <p:nvPicPr>
          <p:cNvPr id="12" name="图片 1" descr="封底元素-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834" y="2948947"/>
            <a:ext cx="5666317" cy="67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3" t="37200" r="5470" b="36839"/>
          <a:stretch>
            <a:fillRect/>
          </a:stretch>
        </p:blipFill>
        <p:spPr>
          <a:xfrm>
            <a:off x="4421538" y="5680918"/>
            <a:ext cx="3360373" cy="480053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4367809" y="6117300"/>
            <a:ext cx="3491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accent3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证券简称：赛意信息   证券代码：</a:t>
            </a:r>
            <a:r>
              <a:rPr kumimoji="1" lang="en-US" altLang="zh-CN" sz="1400" dirty="0">
                <a:solidFill>
                  <a:schemeClr val="accent3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300687</a:t>
            </a:r>
            <a:endParaRPr kumimoji="1" lang="zh-CN" altLang="en-US" sz="1400" dirty="0">
              <a:solidFill>
                <a:schemeClr val="accent3">
                  <a:lumMod val="8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E:\VI\优华氏\赛意VI系统\PP模板1源文件(16比9)++1920x1080\背景图\图片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55"/>
          <a:stretch>
            <a:fillRect/>
          </a:stretch>
        </p:blipFill>
        <p:spPr bwMode="auto">
          <a:xfrm>
            <a:off x="-20227" y="3236979"/>
            <a:ext cx="12212228" cy="3630696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80" y="1205352"/>
            <a:ext cx="5814787" cy="27997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E:\VI\优华氏\赛意VI系统\PP模板1源文件(16比9)++1920x1080\背景图\图片20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8194"/>
          <p:cNvSpPr>
            <a:spLocks noGrp="1" noChangeArrowheads="1"/>
          </p:cNvSpPr>
          <p:nvPr userDrawn="1"/>
        </p:nvSpPr>
        <p:spPr bwMode="auto">
          <a:xfrm>
            <a:off x="10924117" y="6344874"/>
            <a:ext cx="126788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/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fld id="{ACC6C437-DC9B-4579-9ED9-267F8029CBE1}" type="slidenum"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标题 7"/>
          <p:cNvSpPr>
            <a:spLocks noGrp="1"/>
          </p:cNvSpPr>
          <p:nvPr>
            <p:ph type="title" hasCustomPrompt="1"/>
          </p:nvPr>
        </p:nvSpPr>
        <p:spPr>
          <a:xfrm>
            <a:off x="0" y="-22033"/>
            <a:ext cx="12192000" cy="461665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defRPr sz="24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单击此处添加文本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8794750" y="6233160"/>
            <a:ext cx="3397250" cy="624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49209" y="6454916"/>
            <a:ext cx="1283278" cy="334389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 txBox="1"/>
          <p:nvPr userDrawn="1"/>
        </p:nvSpPr>
        <p:spPr>
          <a:xfrm>
            <a:off x="11513655" y="6371166"/>
            <a:ext cx="1227463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865" smtClean="0"/>
            </a:fld>
            <a:endParaRPr lang="zh-CN" altLang="en-US" sz="1865" dirty="0"/>
          </a:p>
        </p:txBody>
      </p:sp>
      <p:sp>
        <p:nvSpPr>
          <p:cNvPr id="15" name="灯片编号占位符 5"/>
          <p:cNvSpPr txBox="1"/>
          <p:nvPr userDrawn="1"/>
        </p:nvSpPr>
        <p:spPr>
          <a:xfrm>
            <a:off x="11513655" y="6371166"/>
            <a:ext cx="1227463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865" smtClean="0"/>
            </a:fld>
            <a:endParaRPr lang="zh-CN" altLang="en-US" sz="1865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1321080" y="6301183"/>
            <a:ext cx="370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/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849209" y="6447296"/>
            <a:ext cx="1283278" cy="3343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E:\VI\优华氏\赛意VI系统\PP模板1源文件(16比9)++1920x1080\背景图\图片19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94" y="-12173"/>
            <a:ext cx="12213639" cy="6870173"/>
          </a:xfrm>
          <a:prstGeom prst="rect">
            <a:avLst/>
          </a:prstGeom>
          <a:noFill/>
        </p:spPr>
      </p:pic>
      <p:pic>
        <p:nvPicPr>
          <p:cNvPr id="12" name="图片 1" descr="封底元素-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834" y="2948947"/>
            <a:ext cx="5666317" cy="67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19.png"/><Relationship Id="rId2" Type="http://schemas.openxmlformats.org/officeDocument/2006/relationships/tags" Target="../tags/tag5.xml"/><Relationship Id="rId1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hyperlink" Target="https://baike.baidu.com/item/%E6%B5%B7%E5%A4%A9?fromModule=lemma_inlink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3.xml"/><Relationship Id="rId1" Type="http://schemas.openxmlformats.org/officeDocument/2006/relationships/chart" Target="../charts/chart5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1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3" Type="http://schemas.openxmlformats.org/officeDocument/2006/relationships/diagramQuickStyle" Target="../diagrams/quickStyle5.xml"/><Relationship Id="rId2" Type="http://schemas.openxmlformats.org/officeDocument/2006/relationships/diagramLayout" Target="../diagrams/layout5.xml"/><Relationship Id="rId1" Type="http://schemas.openxmlformats.org/officeDocument/2006/relationships/diagramData" Target="../diagrams/data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3" Type="http://schemas.openxmlformats.org/officeDocument/2006/relationships/diagramQuickStyle" Target="../diagrams/quickStyle6.xml"/><Relationship Id="rId2" Type="http://schemas.openxmlformats.org/officeDocument/2006/relationships/diagramLayout" Target="../diagrams/layout6.xml"/><Relationship Id="rId1" Type="http://schemas.openxmlformats.org/officeDocument/2006/relationships/diagramData" Target="../diagrams/data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microsoft.com/office/2007/relationships/diagramDrawing" Target="../diagrams/drawing7.xml"/><Relationship Id="rId4" Type="http://schemas.openxmlformats.org/officeDocument/2006/relationships/diagramColors" Target="../diagrams/colors7.xml"/><Relationship Id="rId3" Type="http://schemas.openxmlformats.org/officeDocument/2006/relationships/diagramQuickStyle" Target="../diagrams/quickStyle7.xml"/><Relationship Id="rId2" Type="http://schemas.openxmlformats.org/officeDocument/2006/relationships/diagramLayout" Target="../diagrams/layout7.xml"/><Relationship Id="rId1" Type="http://schemas.openxmlformats.org/officeDocument/2006/relationships/diagramData" Target="../diagrams/data7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svg"/><Relationship Id="rId7" Type="http://schemas.openxmlformats.org/officeDocument/2006/relationships/image" Target="../media/image51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5" Type="http://schemas.openxmlformats.org/officeDocument/2006/relationships/slideLayout" Target="../slideLayouts/slideLayout23.xml"/><Relationship Id="rId14" Type="http://schemas.openxmlformats.org/officeDocument/2006/relationships/image" Target="../media/image58.svg"/><Relationship Id="rId13" Type="http://schemas.openxmlformats.org/officeDocument/2006/relationships/image" Target="../media/image57.png"/><Relationship Id="rId12" Type="http://schemas.openxmlformats.org/officeDocument/2006/relationships/image" Target="../media/image56.svg"/><Relationship Id="rId11" Type="http://schemas.openxmlformats.org/officeDocument/2006/relationships/image" Target="../media/image55.png"/><Relationship Id="rId10" Type="http://schemas.openxmlformats.org/officeDocument/2006/relationships/image" Target="../media/image54.svg"/><Relationship Id="rId1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microsoft.com/office/2007/relationships/diagramDrawing" Target="../diagrams/drawing8.xml"/><Relationship Id="rId4" Type="http://schemas.openxmlformats.org/officeDocument/2006/relationships/diagramColors" Target="../diagrams/colors8.xml"/><Relationship Id="rId3" Type="http://schemas.openxmlformats.org/officeDocument/2006/relationships/diagramQuickStyle" Target="../diagrams/quickStyle8.xml"/><Relationship Id="rId2" Type="http://schemas.openxmlformats.org/officeDocument/2006/relationships/diagramLayout" Target="../diagrams/layout8.xml"/><Relationship Id="rId1" Type="http://schemas.openxmlformats.org/officeDocument/2006/relationships/diagramData" Target="../diagrams/data8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image" Target="../media/image68.svg"/><Relationship Id="rId7" Type="http://schemas.openxmlformats.org/officeDocument/2006/relationships/image" Target="../media/image67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Relationship Id="rId3" Type="http://schemas.openxmlformats.org/officeDocument/2006/relationships/image" Target="../media/image63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chart" Target="../charts/char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标题 4098"/>
          <p:cNvSpPr txBox="1">
            <a:spLocks noChangeArrowheads="1"/>
          </p:cNvSpPr>
          <p:nvPr/>
        </p:nvSpPr>
        <p:spPr>
          <a:xfrm>
            <a:off x="620184" y="5278967"/>
            <a:ext cx="11015133" cy="58631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0000"/>
              </a:lnSpc>
              <a:buNone/>
            </a:pPr>
            <a:r>
              <a:rPr lang="zh-CN" altLang="en-US" sz="2665" b="1" dirty="0">
                <a:solidFill>
                  <a:srgbClr val="AD043D"/>
                </a:solidFill>
                <a:ea typeface="微软雅黑" panose="020B0503020204020204" charset="-122"/>
              </a:rPr>
              <a:t>海天</a:t>
            </a:r>
            <a:r>
              <a:rPr lang="en-US" altLang="zh-CN" sz="2665" b="1" dirty="0">
                <a:solidFill>
                  <a:srgbClr val="AD043D"/>
                </a:solidFill>
                <a:ea typeface="微软雅黑" panose="020B0503020204020204" charset="-122"/>
              </a:rPr>
              <a:t>SRM</a:t>
            </a:r>
            <a:r>
              <a:rPr lang="zh-CN" altLang="en-US" sz="2665" b="1" dirty="0">
                <a:solidFill>
                  <a:srgbClr val="AD043D"/>
                </a:solidFill>
                <a:ea typeface="微软雅黑" panose="020B0503020204020204" charset="-122"/>
              </a:rPr>
              <a:t>项目</a:t>
            </a:r>
            <a:r>
              <a:rPr lang="en-US" altLang="zh-CN" sz="2665" b="1" dirty="0" err="1">
                <a:solidFill>
                  <a:srgbClr val="AD043D"/>
                </a:solidFill>
                <a:ea typeface="微软雅黑" panose="020B0503020204020204" charset="-122"/>
              </a:rPr>
              <a:t>分享</a:t>
            </a:r>
            <a:endParaRPr lang="en-US" altLang="zh-CN" sz="2665" b="1" dirty="0">
              <a:solidFill>
                <a:srgbClr val="AD043D"/>
              </a:solidFill>
              <a:ea typeface="微软雅黑" panose="020B0503020204020204" charset="-122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altLang="zh-CN" sz="1865" b="1">
                <a:solidFill>
                  <a:srgbClr val="AD043D"/>
                </a:solidFill>
                <a:ea typeface="微软雅黑" panose="020B0503020204020204" charset="-122"/>
              </a:rPr>
              <a:t>2025.11.12</a:t>
            </a:r>
            <a:endParaRPr lang="en-US" altLang="zh-CN" sz="1865" b="1" dirty="0">
              <a:solidFill>
                <a:srgbClr val="AD043D"/>
              </a:solidFill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00524" y="4705787"/>
            <a:ext cx="659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>
                <a:solidFill>
                  <a:schemeClr val="bg1"/>
                </a:solidFill>
                <a:latin typeface="Gisha" panose="020B0502040204020203" pitchFamily="34" charset="-79"/>
                <a:ea typeface="微软雅黑" panose="020B0503020204020204" charset="-122"/>
                <a:cs typeface="Gisha" panose="020B0502040204020203" pitchFamily="34" charset="-79"/>
              </a:rPr>
              <a:t>2023</a:t>
            </a:r>
            <a:endParaRPr lang="zh-CN" altLang="en-US" sz="1600" b="1" dirty="0">
              <a:solidFill>
                <a:schemeClr val="bg1"/>
              </a:solidFill>
              <a:latin typeface="Gisha" panose="020B0502040204020203" pitchFamily="34" charset="-79"/>
              <a:ea typeface="微软雅黑" panose="020B0503020204020204" charset="-122"/>
              <a:cs typeface="Gisha" panose="020B0502040204020203" pitchFamily="34" charset="-79"/>
            </a:endParaRPr>
          </a:p>
        </p:txBody>
      </p:sp>
      <p:pic>
        <p:nvPicPr>
          <p:cNvPr id="15" name="图片 14" descr="封面元素-04  广告语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567" y="2980268"/>
            <a:ext cx="910167" cy="131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图片 3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635"/>
            <a:ext cx="12190095" cy="4688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" y="0"/>
            <a:ext cx="4008439" cy="6858000"/>
          </a:xfrm>
          <a:prstGeom prst="rect">
            <a:avLst/>
          </a:prstGeom>
          <a:solidFill>
            <a:srgbClr val="AD053D"/>
          </a:solidFill>
          <a:ln w="25400" algn="ctr">
            <a:noFill/>
            <a:miter lim="800000"/>
          </a:ln>
        </p:spPr>
        <p:txBody>
          <a:bodyPr anchor="ctr"/>
          <a:lstStyle/>
          <a:p>
            <a:pPr algn="ctr"/>
            <a:endParaRPr lang="en-US" altLang="zh-CN" sz="1800">
              <a:solidFill>
                <a:srgbClr val="FFFFFF"/>
              </a:solidFill>
              <a:latin typeface="Calibri" panose="020F0502020204030204" charset="0"/>
            </a:endParaRPr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5357814" y="3395456"/>
            <a:ext cx="5706738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altLang="zh-CN" sz="3200" b="1">
                <a:latin typeface="Impact" panose="020B0806030902050204" pitchFamily="34" charset="0"/>
                <a:ea typeface="微软雅黑" panose="020B0503020204020204" charset="-122"/>
              </a:rPr>
              <a:t>03   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沟通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&amp;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交流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5357814" y="1922361"/>
            <a:ext cx="6210794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altLang="zh-CN" sz="3200" b="1">
                <a:solidFill>
                  <a:srgbClr val="AD053D"/>
                </a:solidFill>
                <a:latin typeface="Impact" panose="020B0806030902050204" pitchFamily="34" charset="0"/>
                <a:ea typeface="微软雅黑" panose="020B0503020204020204" charset="-122"/>
              </a:rPr>
              <a:t>01    </a:t>
            </a:r>
            <a:r>
              <a:rPr lang="zh-CN" altLang="en-US" sz="3200" b="1">
                <a:solidFill>
                  <a:srgbClr val="AD053D"/>
                </a:solidFill>
                <a:latin typeface="Impact" panose="020B0806030902050204" pitchFamily="34" charset="0"/>
                <a:ea typeface="微软雅黑" panose="020B0503020204020204" charset="-122"/>
              </a:rPr>
              <a:t>项目背景及业务架构</a:t>
            </a:r>
            <a:endParaRPr lang="zh-CN" altLang="en-US" sz="3200" b="1" dirty="0">
              <a:solidFill>
                <a:srgbClr val="AD053D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5357814" y="2665313"/>
            <a:ext cx="5490714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altLang="zh-CN" sz="3200" b="1">
                <a:latin typeface="Impact" panose="020B0806030902050204" pitchFamily="34" charset="0"/>
                <a:ea typeface="微软雅黑" panose="020B0503020204020204" charset="-122"/>
              </a:rPr>
              <a:t>02    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系统规划及实现蓝图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71"/>
          <p:cNvSpPr>
            <a:spLocks noChangeArrowheads="1"/>
          </p:cNvSpPr>
          <p:nvPr/>
        </p:nvSpPr>
        <p:spPr bwMode="auto">
          <a:xfrm>
            <a:off x="732271" y="2302104"/>
            <a:ext cx="1415754" cy="83098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defTabSz="912495"/>
            <a:r>
              <a:rPr lang="zh-CN" altLang="en-US" sz="4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974"/>
            <a:ext cx="12192000" cy="423545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背景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493078" y="1259216"/>
            <a:ext cx="7091045" cy="30777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indent="0" fontAlgn="ctr">
              <a:lnSpc>
                <a:spcPct val="110000"/>
              </a:lnSpc>
              <a:spcBef>
                <a:spcPts val="620"/>
              </a:spcBef>
              <a:buClr>
                <a:srgbClr val="1D4DA0"/>
              </a:buClr>
              <a:buFont typeface="Wingdings" panose="05000000000000000000" pitchFamily="2" charset="2"/>
              <a:buNone/>
              <a:defRPr kumimoji="1" sz="1065"/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400" b="1" i="0" u="none" strike="noStrike">
                <a:effectLst/>
                <a:latin typeface="微软雅黑" panose="020B0503020204020204" charset="-122"/>
                <a:ea typeface="微软雅黑" panose="020B0503020204020204" charset="-122"/>
                <a:hlinkClick r:id="rId1"/>
              </a:rPr>
              <a:t>海天</a:t>
            </a:r>
            <a:r>
              <a:rPr lang="zh-CN" altLang="en-US" sz="1400" b="1" i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股份国际（</a:t>
            </a:r>
            <a:r>
              <a:rPr lang="en-US" altLang="zh-CN" sz="1400" b="1" i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Haitian International Holdings Ltd.</a:t>
            </a:r>
            <a:r>
              <a:rPr lang="zh-CN" altLang="en-US" sz="1400" b="1" i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创建于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1966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年，经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多年的创业开拓，现已发展成为总资产超百亿的大型跨国公司。集团下辖两个上市公司（海天国际控股有限公司和宁波海天精工股份有限公司）、海天驱动、海天金属、海天智联、海天塑机等五大制造企业及其附属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70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余家海内外子公司。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2021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年度集团总产值超过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211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亿元，产品及客户遍布全球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130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多个国家和地区。近年来公司获得了国家、省、市级多项荣誉，是全国首批创新型企业、国家重点高新技术企业、全国创建和谐劳动关系模范企业，拥有国家认定企业技术中心、博士后工作站，曾获“中国名牌”、“重点培育和发展的中国出口名牌”、“国家科技进步奖”等荣誉。</a:t>
            </a:r>
            <a:endParaRPr lang="en-US" altLang="zh-CN" sz="140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b="0" i="0">
                <a:solidFill>
                  <a:prstClr val="black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       SRM</a:t>
            </a:r>
            <a:r>
              <a:rPr lang="zh-CN" altLang="en-US" sz="1400" b="0" i="0">
                <a:solidFill>
                  <a:prstClr val="black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项目主要以海天塑机产业为主。</a:t>
            </a:r>
            <a:endParaRPr lang="en-US" altLang="zh-CN" sz="1400" b="0" i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8195"/>
          <p:cNvSpPr txBox="1">
            <a:spLocks noChangeArrowheads="1"/>
          </p:cNvSpPr>
          <p:nvPr/>
        </p:nvSpPr>
        <p:spPr bwMode="auto">
          <a:xfrm>
            <a:off x="375919" y="4765742"/>
            <a:ext cx="5057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SRM</a:t>
            </a:r>
            <a:r>
              <a:rPr lang="zh-CN" altLang="en-US" sz="1800" b="1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项目描述</a:t>
            </a:r>
            <a:endParaRPr lang="en-US" altLang="zh-CN" sz="1800" b="1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文本框 8196"/>
          <p:cNvSpPr txBox="1">
            <a:spLocks noChangeArrowheads="1"/>
          </p:cNvSpPr>
          <p:nvPr/>
        </p:nvSpPr>
        <p:spPr bwMode="auto">
          <a:xfrm>
            <a:off x="416988" y="5130093"/>
            <a:ext cx="7279212" cy="1346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defTabSz="121793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600"/>
            </a:lvl1pPr>
            <a:lvl2pPr marL="742950" indent="-285750" defTabSz="121793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121793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121793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4pPr>
            <a:lvl5pPr marL="2057400" indent="-228600" defTabSz="121793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5pPr>
            <a:lvl6pPr marL="2514600" indent="-228600" defTabSz="121793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/>
            </a:lvl6pPr>
            <a:lvl7pPr marL="2971800" indent="-228600" defTabSz="121793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/>
            </a:lvl7pPr>
            <a:lvl8pPr marL="3429000" indent="-228600" defTabSz="121793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/>
            </a:lvl8pPr>
            <a:lvl9pPr marL="3886200" indent="-228600" defTabSz="121793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/>
            </a:lvl9pPr>
          </a:lstStyle>
          <a:p>
            <a:pPr>
              <a:lnSpc>
                <a:spcPct val="150000"/>
              </a:lnSpc>
            </a:pP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在海天原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Fiori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的功能基础上增加了供应商主数据管理、供应商认证、供应商产能、供应商选择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询报价、货源、份额管理）、供应商质量、招投标管理、竞价管理、供应商绩效、供应商风险、委外管理、品类管理。并将原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Fiori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上的订单协同及财务协同集成到新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SRM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系统。</a:t>
            </a:r>
            <a:endParaRPr lang="en-US" altLang="zh-CN" sz="1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文本框 8195"/>
          <p:cNvSpPr txBox="1">
            <a:spLocks noChangeArrowheads="1"/>
          </p:cNvSpPr>
          <p:nvPr/>
        </p:nvSpPr>
        <p:spPr bwMode="auto">
          <a:xfrm>
            <a:off x="8077200" y="2743200"/>
            <a:ext cx="40682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b="1">
                <a:solidFill>
                  <a:srgbClr val="7F7F7F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/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/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/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/>
            </a:lvl9pPr>
          </a:lstStyle>
          <a:p>
            <a:pPr defTabSz="914400"/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项目目标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文本框 8196"/>
          <p:cNvSpPr txBox="1">
            <a:spLocks noChangeArrowheads="1"/>
          </p:cNvSpPr>
          <p:nvPr/>
        </p:nvSpPr>
        <p:spPr bwMode="auto">
          <a:xfrm>
            <a:off x="8077200" y="3145189"/>
            <a:ext cx="4037956" cy="3359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04800" indent="-304800" defTabSz="1218565">
              <a:spcAft>
                <a:spcPts val="200"/>
              </a:spcAft>
              <a:buFont typeface="+mj-lt"/>
              <a:buAutoNum type="arabicPeriod"/>
              <a:defRPr sz="1400"/>
            </a:lvl1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业务层面</a:t>
            </a:r>
            <a:endParaRPr lang="en-US" altLang="zh-CN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zh-CN" altLang="en-US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完善供应商认证、供应商选择、合同管理、订单履行、品类管理、质量管理功能应用模块，</a:t>
            </a:r>
            <a:r>
              <a:rPr lang="zh-CN" altLang="en-US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规范供应商管理业务流程、实现线上协同作业，完善职责、权限管控，</a:t>
            </a:r>
            <a:r>
              <a:rPr lang="zh-CN" altLang="en-US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支撑多组织、多业态的差异化采购业务，驱动采购数字化转型。</a:t>
            </a:r>
            <a:endParaRPr lang="zh-CN" altLang="en-US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zh-CN" altLang="en-US" b="1">
                <a:solidFill>
                  <a:srgbClr val="8064A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技术层面</a:t>
            </a:r>
            <a:endParaRPr lang="zh-CN" altLang="en-US">
              <a:solidFill>
                <a:prstClr val="white">
                  <a:lumMod val="65000"/>
                </a:prst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zh-CN" altLang="en-US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实现</a:t>
            </a:r>
            <a:r>
              <a:rPr lang="en-US" altLang="zh-CN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SRM</a:t>
            </a:r>
            <a:r>
              <a:rPr lang="zh-CN" altLang="en-US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系统与</a:t>
            </a:r>
            <a:r>
              <a:rPr lang="en-US" altLang="zh-CN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SAP</a:t>
            </a:r>
            <a:r>
              <a:rPr lang="zh-CN" altLang="en-US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、</a:t>
            </a:r>
            <a:r>
              <a:rPr lang="en-US" altLang="zh-CN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OA</a:t>
            </a:r>
            <a:r>
              <a:rPr lang="zh-CN" altLang="en-US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、企查查、</a:t>
            </a:r>
            <a:r>
              <a:rPr lang="en-US" altLang="zh-CN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WMS</a:t>
            </a:r>
            <a:r>
              <a:rPr lang="zh-CN" altLang="en-US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、</a:t>
            </a:r>
            <a:r>
              <a:rPr lang="en-US" altLang="zh-CN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QMS</a:t>
            </a:r>
            <a:r>
              <a:rPr lang="zh-CN" altLang="en-US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、财务共享、金税系统锁平台对接，实现各业务模块深度集成，达到各业务监控、管控与分析作用</a:t>
            </a:r>
            <a:endParaRPr lang="zh-CN" altLang="en-US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zh-CN" altLang="en-US">
              <a:solidFill>
                <a:prstClr val="white">
                  <a:lumMod val="65000"/>
                </a:prst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文本框 8195"/>
          <p:cNvSpPr txBox="1">
            <a:spLocks noChangeArrowheads="1"/>
          </p:cNvSpPr>
          <p:nvPr/>
        </p:nvSpPr>
        <p:spPr bwMode="auto">
          <a:xfrm>
            <a:off x="551384" y="836712"/>
            <a:ext cx="5057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客户简介</a:t>
            </a:r>
            <a:endParaRPr lang="en-US" altLang="zh-CN" sz="1800" b="1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914400"/>
            <a:ext cx="3810000" cy="175260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1778" y="406718"/>
            <a:ext cx="1491622" cy="444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974"/>
            <a:ext cx="12192000" cy="423545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背景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11424" y="3877894"/>
            <a:ext cx="2520280" cy="1767768"/>
            <a:chOff x="396" y="4440"/>
            <a:chExt cx="3079" cy="2866"/>
          </a:xfrm>
        </p:grpSpPr>
        <p:sp>
          <p:nvSpPr>
            <p:cNvPr id="4" name="矩形: 圆角 3"/>
            <p:cNvSpPr/>
            <p:nvPr/>
          </p:nvSpPr>
          <p:spPr>
            <a:xfrm>
              <a:off x="396" y="5113"/>
              <a:ext cx="3059" cy="2166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97" y="7306"/>
              <a:ext cx="3078" cy="0"/>
            </a:xfrm>
            <a:prstGeom prst="line">
              <a:avLst/>
            </a:prstGeom>
            <a:ln w="63500">
              <a:solidFill>
                <a:srgbClr val="0B34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739" y="4440"/>
              <a:ext cx="2248" cy="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背景（电子化）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50" y="5435"/>
              <a:ext cx="2827" cy="13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2003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年上线上海索勤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SRM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实现了订单协同及送货管理功能，运行了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13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年，于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2016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进行系统架构升级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575720" y="3246319"/>
            <a:ext cx="2520280" cy="2398706"/>
            <a:chOff x="396" y="3491"/>
            <a:chExt cx="3079" cy="3815"/>
          </a:xfrm>
        </p:grpSpPr>
        <p:sp>
          <p:nvSpPr>
            <p:cNvPr id="11" name="矩形: 圆角 57"/>
            <p:cNvSpPr/>
            <p:nvPr/>
          </p:nvSpPr>
          <p:spPr>
            <a:xfrm>
              <a:off x="396" y="4136"/>
              <a:ext cx="3059" cy="3143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397" y="7306"/>
              <a:ext cx="3078" cy="0"/>
            </a:xfrm>
            <a:prstGeom prst="line">
              <a:avLst/>
            </a:prstGeom>
            <a:ln w="63500">
              <a:solidFill>
                <a:srgbClr val="0B34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952" y="3491"/>
              <a:ext cx="1968" cy="4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提升（效率）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60" y="4463"/>
              <a:ext cx="2827" cy="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2019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年开始</a:t>
              </a:r>
              <a:r>
                <a:rPr lang="zh-CN" altLang="en-US" sz="120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换到了</a:t>
              </a:r>
              <a:r>
                <a:rPr lang="en-US" altLang="zh-CN" sz="120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Fiori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just"/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just"/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主要实现模块，在原来订单协同及送货管理的基础上，增加了对账开票功能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240016" y="2940534"/>
            <a:ext cx="2520280" cy="2709572"/>
            <a:chOff x="396" y="3665"/>
            <a:chExt cx="3079" cy="3641"/>
          </a:xfrm>
        </p:grpSpPr>
        <p:sp>
          <p:nvSpPr>
            <p:cNvPr id="16" name="矩形: 圆角 57"/>
            <p:cNvSpPr/>
            <p:nvPr/>
          </p:nvSpPr>
          <p:spPr>
            <a:xfrm>
              <a:off x="396" y="3665"/>
              <a:ext cx="3059" cy="3614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397" y="7306"/>
              <a:ext cx="3078" cy="0"/>
            </a:xfrm>
            <a:prstGeom prst="line">
              <a:avLst/>
            </a:prstGeom>
            <a:ln w="63500">
              <a:solidFill>
                <a:srgbClr val="0B34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512" y="3857"/>
              <a:ext cx="2827" cy="3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2021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年开始项目启动，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12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个月实施周期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just"/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just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主要实现模块，增加</a:t>
              </a:r>
              <a:r>
                <a:rPr lang="zh-CN" altLang="en-US" sz="12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供应商主数据管理、供应商认证、供应商产能、供应商选择</a:t>
              </a:r>
              <a:r>
                <a:rPr lang="en-US" altLang="zh-CN" sz="12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(</a:t>
              </a:r>
              <a:r>
                <a:rPr lang="zh-CN" altLang="en-US" sz="12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询报价、货源、份额管理）、供应商质量、招投标管理、竞价管理、供应商绩效、供应商风险、委外管理、品类管理</a:t>
              </a:r>
              <a:endParaRPr lang="en-US" altLang="zh-CN" sz="12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just"/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just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集成优化：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SAP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OA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、扫码收货、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QMS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CBS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、财务共享</a:t>
              </a:r>
              <a:endPara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5" name="任意多边形: 形状 45"/>
          <p:cNvSpPr/>
          <p:nvPr/>
        </p:nvSpPr>
        <p:spPr>
          <a:xfrm rot="21300000">
            <a:off x="-22065" y="1737621"/>
            <a:ext cx="9437571" cy="1158292"/>
          </a:xfrm>
          <a:custGeom>
            <a:avLst/>
            <a:gdLst>
              <a:gd name="connsiteX0" fmla="*/ 0 w 1630680"/>
              <a:gd name="connsiteY0" fmla="*/ 746760 h 746760"/>
              <a:gd name="connsiteX1" fmla="*/ 960120 w 1630680"/>
              <a:gd name="connsiteY1" fmla="*/ 563880 h 746760"/>
              <a:gd name="connsiteX2" fmla="*/ 1630680 w 1630680"/>
              <a:gd name="connsiteY2" fmla="*/ 0 h 746760"/>
              <a:gd name="connsiteX0-1" fmla="*/ 0 w 1630680"/>
              <a:gd name="connsiteY0-2" fmla="*/ 746760 h 780706"/>
              <a:gd name="connsiteX1-3" fmla="*/ 960120 w 1630680"/>
              <a:gd name="connsiteY1-4" fmla="*/ 563880 h 780706"/>
              <a:gd name="connsiteX2-5" fmla="*/ 1630680 w 1630680"/>
              <a:gd name="connsiteY2-6" fmla="*/ 0 h 780706"/>
              <a:gd name="connsiteX0-7" fmla="*/ 0 w 1630680"/>
              <a:gd name="connsiteY0-8" fmla="*/ 746760 h 826294"/>
              <a:gd name="connsiteX1-9" fmla="*/ 869079 w 1630680"/>
              <a:gd name="connsiteY1-10" fmla="*/ 733050 h 826294"/>
              <a:gd name="connsiteX2-11" fmla="*/ 1630680 w 1630680"/>
              <a:gd name="connsiteY2-12" fmla="*/ 0 h 8262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630680" h="826294">
                <a:moveTo>
                  <a:pt x="0" y="746760"/>
                </a:moveTo>
                <a:cubicBezTo>
                  <a:pt x="378176" y="852589"/>
                  <a:pt x="597299" y="857510"/>
                  <a:pt x="869079" y="733050"/>
                </a:cubicBezTo>
                <a:cubicBezTo>
                  <a:pt x="1140859" y="608590"/>
                  <a:pt x="1431290" y="219710"/>
                  <a:pt x="1630680" y="0"/>
                </a:cubicBezTo>
              </a:path>
            </a:pathLst>
          </a:custGeom>
          <a:noFill/>
          <a:ln w="38100">
            <a:gradFill flip="none" rotWithShape="1">
              <a:gsLst>
                <a:gs pos="0">
                  <a:srgbClr val="66B8BB"/>
                </a:gs>
                <a:gs pos="71000">
                  <a:srgbClr val="FFFFFF"/>
                </a:gs>
              </a:gsLst>
              <a:lin ang="10800000" scaled="1"/>
              <a:tileRect/>
            </a:gra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487488" y="1391105"/>
            <a:ext cx="3801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背景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/>
          <a:lstStyle/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SRM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整体业务架构设计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9" name="object 4"/>
          <p:cNvSpPr txBox="1"/>
          <p:nvPr/>
        </p:nvSpPr>
        <p:spPr>
          <a:xfrm>
            <a:off x="1409716" y="463361"/>
            <a:ext cx="698227" cy="571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25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65" b="1" spc="-27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移动设备</a:t>
            </a:r>
            <a:endParaRPr lang="en-US" altLang="zh-CN" sz="1065" b="1" spc="-27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2425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65" b="1" spc="-27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微信小程序</a:t>
            </a:r>
            <a:endParaRPr sz="1065" b="1" spc="-27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91344" y="692697"/>
            <a:ext cx="11737303" cy="5688632"/>
            <a:chOff x="480335" y="1107229"/>
            <a:chExt cx="11176878" cy="4890326"/>
          </a:xfrm>
        </p:grpSpPr>
        <p:sp>
          <p:nvSpPr>
            <p:cNvPr id="4" name="圆角矩形 4"/>
            <p:cNvSpPr/>
            <p:nvPr/>
          </p:nvSpPr>
          <p:spPr>
            <a:xfrm>
              <a:off x="1258965" y="4485689"/>
              <a:ext cx="8620309" cy="1465717"/>
            </a:xfrm>
            <a:prstGeom prst="round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sng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" name="圆角矩形 5"/>
            <p:cNvSpPr/>
            <p:nvPr/>
          </p:nvSpPr>
          <p:spPr>
            <a:xfrm>
              <a:off x="481914" y="1762338"/>
              <a:ext cx="713488" cy="908925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系统</a:t>
              </a:r>
              <a:endParaRPr kumimoji="0" lang="en-US" altLang="zh-CN" sz="1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服务</a:t>
              </a:r>
              <a:endParaRPr kumimoji="0" lang="en-US" altLang="zh-CN" sz="1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圆角矩形 6"/>
            <p:cNvSpPr/>
            <p:nvPr/>
          </p:nvSpPr>
          <p:spPr>
            <a:xfrm>
              <a:off x="1324344" y="1793940"/>
              <a:ext cx="1266411" cy="258331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kern="0" noProof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通知公告</a:t>
              </a: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" name="圆角矩形 7"/>
            <p:cNvSpPr/>
            <p:nvPr/>
          </p:nvSpPr>
          <p:spPr>
            <a:xfrm>
              <a:off x="2634340" y="1798956"/>
              <a:ext cx="1265805" cy="258331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交流平台</a:t>
              </a: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" name="圆角矩形 8"/>
            <p:cNvSpPr/>
            <p:nvPr/>
          </p:nvSpPr>
          <p:spPr>
            <a:xfrm>
              <a:off x="1337661" y="2103937"/>
              <a:ext cx="1267016" cy="258331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2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组织与权限</a:t>
              </a:r>
              <a:endParaRPr kumimoji="0" lang="zh-CN" altLang="zh-CN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圆角矩形 9"/>
            <p:cNvSpPr/>
            <p:nvPr/>
          </p:nvSpPr>
          <p:spPr>
            <a:xfrm>
              <a:off x="2647658" y="2099423"/>
              <a:ext cx="1237353" cy="258331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日志管理</a:t>
              </a: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" name="圆角矩形 10"/>
            <p:cNvSpPr/>
            <p:nvPr/>
          </p:nvSpPr>
          <p:spPr>
            <a:xfrm>
              <a:off x="2674294" y="2400893"/>
              <a:ext cx="1210112" cy="258331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kern="0" noProof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流程配置</a:t>
              </a: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圆角矩形 11"/>
            <p:cNvSpPr/>
            <p:nvPr/>
          </p:nvSpPr>
          <p:spPr>
            <a:xfrm>
              <a:off x="1314658" y="2400893"/>
              <a:ext cx="1304548" cy="258331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系统设置</a:t>
              </a: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" name="圆角矩形 12"/>
            <p:cNvSpPr/>
            <p:nvPr/>
          </p:nvSpPr>
          <p:spPr>
            <a:xfrm>
              <a:off x="7971183" y="1762338"/>
              <a:ext cx="1728000" cy="287425"/>
            </a:xfrm>
            <a:prstGeom prst="roundRect">
              <a:avLst/>
            </a:prstGeom>
            <a:gradFill rotWithShape="1">
              <a:gsLst>
                <a:gs pos="0">
                  <a:srgbClr val="A7C6E5">
                    <a:tint val="50000"/>
                    <a:satMod val="300000"/>
                  </a:srgbClr>
                </a:gs>
                <a:gs pos="35000">
                  <a:srgbClr val="A7C6E5">
                    <a:tint val="37000"/>
                    <a:satMod val="300000"/>
                  </a:srgbClr>
                </a:gs>
                <a:gs pos="100000">
                  <a:srgbClr val="A7C6E5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A7C6E5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b="1" u="sng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订单汇总交货率报表</a:t>
              </a:r>
              <a:endParaRPr kumimoji="0" lang="zh-CN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" name="圆角矩形 13"/>
            <p:cNvSpPr/>
            <p:nvPr/>
          </p:nvSpPr>
          <p:spPr>
            <a:xfrm>
              <a:off x="7971183" y="2082551"/>
              <a:ext cx="1728000" cy="258833"/>
            </a:xfrm>
            <a:prstGeom prst="roundRect">
              <a:avLst/>
            </a:prstGeom>
            <a:gradFill rotWithShape="1">
              <a:gsLst>
                <a:gs pos="0">
                  <a:srgbClr val="A7C6E5">
                    <a:tint val="50000"/>
                    <a:satMod val="300000"/>
                  </a:srgbClr>
                </a:gs>
                <a:gs pos="35000">
                  <a:srgbClr val="A7C6E5">
                    <a:tint val="37000"/>
                    <a:satMod val="300000"/>
                  </a:srgbClr>
                </a:gs>
                <a:gs pos="100000">
                  <a:srgbClr val="A7C6E5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A7C6E5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b="1" u="sng" ker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品类份额报表</a:t>
              </a:r>
              <a:endParaRPr kumimoji="0" lang="zh-CN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" name="圆角矩形 14"/>
            <p:cNvSpPr/>
            <p:nvPr/>
          </p:nvSpPr>
          <p:spPr>
            <a:xfrm>
              <a:off x="6201719" y="2387716"/>
              <a:ext cx="1728000" cy="258833"/>
            </a:xfrm>
            <a:prstGeom prst="roundRect">
              <a:avLst/>
            </a:prstGeom>
            <a:gradFill rotWithShape="1">
              <a:gsLst>
                <a:gs pos="0">
                  <a:srgbClr val="A7C6E5">
                    <a:tint val="50000"/>
                    <a:satMod val="300000"/>
                  </a:srgbClr>
                </a:gs>
                <a:gs pos="35000">
                  <a:srgbClr val="A7C6E5">
                    <a:tint val="37000"/>
                    <a:satMod val="300000"/>
                  </a:srgbClr>
                </a:gs>
                <a:gs pos="100000">
                  <a:srgbClr val="A7C6E5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A7C6E5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b="1" u="sng" ker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订单交货率报表</a:t>
              </a:r>
              <a:endParaRPr kumimoji="0" lang="zh-CN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" name="圆角矩形 15"/>
            <p:cNvSpPr/>
            <p:nvPr/>
          </p:nvSpPr>
          <p:spPr>
            <a:xfrm>
              <a:off x="7971183" y="2387716"/>
              <a:ext cx="1728000" cy="258833"/>
            </a:xfrm>
            <a:prstGeom prst="roundRect">
              <a:avLst/>
            </a:prstGeom>
            <a:gradFill rotWithShape="1">
              <a:gsLst>
                <a:gs pos="0">
                  <a:srgbClr val="A7C6E5">
                    <a:tint val="50000"/>
                    <a:satMod val="300000"/>
                  </a:srgbClr>
                </a:gs>
                <a:gs pos="35000">
                  <a:srgbClr val="A7C6E5">
                    <a:tint val="37000"/>
                    <a:satMod val="300000"/>
                  </a:srgbClr>
                </a:gs>
                <a:gs pos="100000">
                  <a:srgbClr val="A7C6E5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A7C6E5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b="1" u="sng" ker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绩效、风险汇总报表</a:t>
              </a:r>
              <a:endParaRPr kumimoji="0" lang="zh-CN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" name="圆角矩形 16"/>
            <p:cNvSpPr/>
            <p:nvPr/>
          </p:nvSpPr>
          <p:spPr>
            <a:xfrm>
              <a:off x="480335" y="4499233"/>
              <a:ext cx="715067" cy="1498322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业务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支撑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" name="圆角矩形 17"/>
            <p:cNvSpPr/>
            <p:nvPr/>
          </p:nvSpPr>
          <p:spPr>
            <a:xfrm>
              <a:off x="1309210" y="4666049"/>
              <a:ext cx="1400800" cy="1175784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sng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供应商准入</a:t>
              </a:r>
              <a:endParaRPr kumimoji="0" lang="zh-CN" altLang="en-US" sz="1200" b="0" i="0" u="sng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sng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供应商</a:t>
              </a:r>
              <a:r>
                <a:rPr lang="zh-CN" altLang="en-US" sz="1200" u="sng" kern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注册</a:t>
              </a:r>
              <a:endParaRPr kumimoji="0" lang="zh-CN" altLang="en-US" sz="1200" b="0" i="0" u="sng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u="sng" kern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供应商</a:t>
              </a:r>
              <a:r>
                <a:rPr kumimoji="0" lang="zh-CN" altLang="en-US" sz="1200" b="0" i="0" u="sng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管理</a:t>
              </a:r>
              <a:endParaRPr kumimoji="0" lang="zh-CN" altLang="en-US" sz="1200" b="0" i="0" u="sng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sng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认证评定</a:t>
              </a:r>
              <a:endParaRPr kumimoji="0" lang="zh-CN" altLang="en-US" sz="1200" b="0" i="0" u="sng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u="sng" kern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样品认证</a:t>
              </a:r>
              <a:endParaRPr kumimoji="0" lang="zh-CN" altLang="en-US" sz="1200" b="0" i="0" u="sng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8" name="圆角矩形 18"/>
            <p:cNvSpPr/>
            <p:nvPr/>
          </p:nvSpPr>
          <p:spPr>
            <a:xfrm>
              <a:off x="2811269" y="4692635"/>
              <a:ext cx="1303266" cy="1149198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t"/>
            <a:lstStyle/>
            <a:p>
              <a:pPr algn="ctr" defTabSz="914400" fontAlgn="base"/>
              <a:r>
                <a:rPr lang="zh-CN" altLang="en-US" sz="1200" b="1" u="sng" kern="0" noProof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现场审核</a:t>
              </a:r>
              <a:endParaRPr lang="zh-CN" altLang="en-US" sz="1200" b="1" u="sng" kern="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914400" fontAlgn="base"/>
              <a:r>
                <a:rPr lang="zh-CN" altLang="en-US" sz="1200" u="sng" kern="0" noProof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现场考评</a:t>
              </a:r>
              <a:endParaRPr lang="zh-CN" altLang="en-US" sz="1200" u="sng" kern="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914400" fontAlgn="base"/>
              <a:r>
                <a:rPr lang="zh-CN" altLang="en-US" sz="1200" u="sng" kern="0" noProof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考评整改</a:t>
              </a:r>
              <a:endParaRPr lang="zh-CN" altLang="en-US" sz="1200" u="sng" kern="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圆角矩形 20"/>
            <p:cNvSpPr/>
            <p:nvPr/>
          </p:nvSpPr>
          <p:spPr>
            <a:xfrm>
              <a:off x="4183105" y="4697594"/>
              <a:ext cx="1303266" cy="1148195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t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质量管理</a:t>
              </a:r>
              <a:endParaRPr kumimoji="0" lang="zh-CN" altLang="en-US" sz="1200" b="0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质量通知</a:t>
              </a:r>
              <a:endParaRPr kumimoji="0" lang="zh-CN" altLang="en-US" sz="1200" b="0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质量整改</a:t>
              </a:r>
              <a:endParaRPr kumimoji="0" lang="zh-CN" altLang="en-US" sz="1200" b="0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圆角矩形 21"/>
            <p:cNvSpPr/>
            <p:nvPr/>
          </p:nvSpPr>
          <p:spPr>
            <a:xfrm>
              <a:off x="5554501" y="4697594"/>
              <a:ext cx="1325945" cy="1147694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t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b="1" u="sng" kern="0" noProof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扣款</a:t>
              </a:r>
              <a:endParaRPr kumimoji="0" lang="zh-CN" altLang="en-US" sz="1200" b="0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u="sng" kern="0" noProof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扣款</a:t>
              </a:r>
              <a:r>
                <a:rPr kumimoji="0" lang="zh-CN" altLang="en-US" sz="1200" b="0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确认</a:t>
              </a:r>
              <a:endParaRPr kumimoji="0" lang="zh-CN" altLang="en-US" sz="1200" b="0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u="sng" kern="0" noProof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扣款</a:t>
              </a:r>
              <a:r>
                <a:rPr kumimoji="0" lang="zh-CN" altLang="en-US" sz="1200" b="0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执行</a:t>
              </a:r>
              <a:endParaRPr kumimoji="0" lang="zh-CN" altLang="en-US" sz="1200" b="0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圆角矩形 22"/>
            <p:cNvSpPr/>
            <p:nvPr/>
          </p:nvSpPr>
          <p:spPr>
            <a:xfrm>
              <a:off x="6925897" y="4697594"/>
              <a:ext cx="1389724" cy="1147694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t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收货问题</a:t>
              </a:r>
              <a:endParaRPr kumimoji="0" lang="zh-CN" altLang="en-US" sz="1200" b="0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交货单变更管理</a:t>
              </a:r>
              <a:endParaRPr kumimoji="0" lang="zh-CN" altLang="en-US" sz="1200" b="0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收货处理</a:t>
              </a:r>
              <a:endParaRPr kumimoji="0" lang="zh-CN" altLang="en-US" sz="1200" b="0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圆角矩形 23"/>
            <p:cNvSpPr/>
            <p:nvPr/>
          </p:nvSpPr>
          <p:spPr>
            <a:xfrm>
              <a:off x="482572" y="2702363"/>
              <a:ext cx="715856" cy="1701476"/>
            </a:xfrm>
            <a:prstGeom prst="roundRect">
              <a:avLst/>
            </a:prstGeom>
            <a:solidFill>
              <a:srgbClr val="333399">
                <a:lumMod val="20000"/>
                <a:lumOff val="80000"/>
              </a:srgbClr>
            </a:solidFill>
            <a:ln w="9525" cap="flat" cmpd="sng" algn="ctr">
              <a:solidFill>
                <a:srgbClr val="AD053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业务</a:t>
              </a:r>
              <a:endParaRPr kumimoji="0" lang="en-US" altLang="zh-CN" sz="1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执行</a:t>
              </a:r>
              <a:endParaRPr kumimoji="0" lang="zh-CN" altLang="en-US" sz="1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圆角矩形 26"/>
            <p:cNvSpPr/>
            <p:nvPr/>
          </p:nvSpPr>
          <p:spPr>
            <a:xfrm>
              <a:off x="5728934" y="2701862"/>
              <a:ext cx="1459520" cy="1712512"/>
            </a:xfrm>
            <a:prstGeom prst="roundRect">
              <a:avLst/>
            </a:prstGeom>
            <a:solidFill>
              <a:srgbClr val="333399">
                <a:lumMod val="20000"/>
                <a:lumOff val="80000"/>
              </a:srgbClr>
            </a:solidFill>
            <a:ln w="9525" cap="flat" cmpd="sng" algn="ctr">
              <a:solidFill>
                <a:srgbClr val="AD053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送</a:t>
              </a: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货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管理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送货单管理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50" ker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送货单打印</a:t>
              </a:r>
              <a:endParaRPr lang="en-US" altLang="zh-CN" sz="105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标签打印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4" name="圆角矩形 27"/>
            <p:cNvSpPr/>
            <p:nvPr/>
          </p:nvSpPr>
          <p:spPr>
            <a:xfrm>
              <a:off x="7214485" y="2702363"/>
              <a:ext cx="1381429" cy="1712010"/>
            </a:xfrm>
            <a:prstGeom prst="roundRect">
              <a:avLst/>
            </a:prstGeom>
            <a:solidFill>
              <a:srgbClr val="333399">
                <a:lumMod val="20000"/>
                <a:lumOff val="80000"/>
              </a:srgbClr>
            </a:solidFill>
            <a:ln w="9525" cap="flat" cmpd="sng" algn="ctr">
              <a:solidFill>
                <a:srgbClr val="AD053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b="1" u="sng" ker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合同</a:t>
              </a:r>
              <a:r>
                <a:rPr kumimoji="0" lang="zh-CN" altLang="en-US" sz="1200" b="1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管理</a:t>
              </a:r>
              <a:endParaRPr kumimoji="0" lang="zh-CN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框架协议</a:t>
              </a:r>
              <a:endParaRPr kumimoji="0" lang="en-US" altLang="zh-CN" sz="105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50" u="sng" ker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设备采购合同</a:t>
              </a:r>
              <a:endParaRPr lang="en-US" altLang="zh-CN" sz="1050" u="sng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其它协议</a:t>
              </a:r>
              <a:endParaRPr kumimoji="0" lang="en-US" altLang="zh-CN" sz="105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50" u="sng" ker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订单合同</a:t>
              </a:r>
              <a:endParaRPr lang="en-US" altLang="zh-CN" sz="1050" u="sng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50" u="sng" ker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合同台账</a:t>
              </a:r>
              <a:endParaRPr kumimoji="0" lang="zh-CN" altLang="en-US" sz="105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5" name="圆角矩形 28"/>
            <p:cNvSpPr/>
            <p:nvPr/>
          </p:nvSpPr>
          <p:spPr>
            <a:xfrm>
              <a:off x="9879274" y="1761836"/>
              <a:ext cx="1777939" cy="4173432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26" name="圆角矩形 29"/>
            <p:cNvSpPr/>
            <p:nvPr/>
          </p:nvSpPr>
          <p:spPr>
            <a:xfrm>
              <a:off x="8608626" y="2702865"/>
              <a:ext cx="1156841" cy="1687933"/>
            </a:xfrm>
            <a:prstGeom prst="roundRect">
              <a:avLst/>
            </a:prstGeom>
            <a:solidFill>
              <a:srgbClr val="333399">
                <a:lumMod val="20000"/>
                <a:lumOff val="80000"/>
              </a:srgbClr>
            </a:solidFill>
            <a:ln w="9525" cap="flat" cmpd="sng" algn="ctr">
              <a:solidFill>
                <a:srgbClr val="AD053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财务管理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发票管理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50" ker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扣款</a:t>
              </a:r>
              <a:r>
                <a:rPr kumimoji="0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管理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7" name="圆角矩形 30"/>
            <p:cNvSpPr/>
            <p:nvPr/>
          </p:nvSpPr>
          <p:spPr>
            <a:xfrm>
              <a:off x="10010637" y="2174665"/>
              <a:ext cx="1532769" cy="354641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启信宝</a:t>
              </a:r>
              <a:r>
                <a:rPr lang="zh-CN" altLang="en-US" sz="1100" b="1" u="sng" kern="0" noProof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r>
                <a:rPr lang="en-US" altLang="zh-CN" sz="1100" b="1" u="sng" kern="0" noProof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CBS</a:t>
              </a:r>
              <a:endParaRPr kumimoji="0" lang="en-US" altLang="zh-CN" sz="1100" b="1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（征信、银行主数据）</a:t>
              </a:r>
              <a:endParaRPr kumimoji="0" lang="zh-CN" altLang="en-US" sz="1100" b="1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圆角矩形 31"/>
            <p:cNvSpPr/>
            <p:nvPr/>
          </p:nvSpPr>
          <p:spPr>
            <a:xfrm>
              <a:off x="9988844" y="2599532"/>
              <a:ext cx="1576354" cy="571339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SAP</a:t>
              </a:r>
              <a:endParaRPr kumimoji="0" lang="en-US" altLang="zh-CN" sz="11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（主数据、订单、凭证、发票对账）</a:t>
              </a:r>
              <a:endParaRPr kumimoji="0" lang="zh-CN" altLang="en-US" sz="11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圆角矩形 32"/>
            <p:cNvSpPr/>
            <p:nvPr/>
          </p:nvSpPr>
          <p:spPr>
            <a:xfrm>
              <a:off x="9993990" y="3286744"/>
              <a:ext cx="1566063" cy="515660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OA</a:t>
              </a:r>
              <a:endParaRPr kumimoji="0" lang="en-US" altLang="zh-CN" sz="1100" b="1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（流程、评审）</a:t>
              </a:r>
              <a:endParaRPr kumimoji="0" lang="zh-CN" altLang="en-US" sz="1100" b="1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圆角矩形 33"/>
            <p:cNvSpPr/>
            <p:nvPr/>
          </p:nvSpPr>
          <p:spPr>
            <a:xfrm>
              <a:off x="9988844" y="3894701"/>
              <a:ext cx="1576354" cy="571339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100" b="1" kern="0" noProof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财务共享</a:t>
              </a:r>
              <a:endParaRPr kumimoji="0" lang="en-US" altLang="zh-CN" sz="11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（发票扫描、红字发票）</a:t>
              </a:r>
              <a:endParaRPr kumimoji="0" lang="zh-CN" altLang="en-US" sz="11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圆角矩形 34"/>
            <p:cNvSpPr/>
            <p:nvPr/>
          </p:nvSpPr>
          <p:spPr>
            <a:xfrm>
              <a:off x="9988844" y="4564858"/>
              <a:ext cx="1576354" cy="571339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WMS</a:t>
              </a:r>
              <a:endParaRPr kumimoji="0" lang="en-US" altLang="zh-CN" sz="11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（</a:t>
              </a:r>
              <a:r>
                <a:rPr lang="zh-CN" altLang="en-US" sz="1100" b="1" ker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送货单，扫码收货</a:t>
              </a:r>
              <a:r>
                <a:rPr kumimoji="0" lang="zh-CN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）</a:t>
              </a:r>
              <a:endParaRPr kumimoji="0" lang="zh-CN" altLang="en-US" sz="11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圆角矩形 35"/>
            <p:cNvSpPr/>
            <p:nvPr/>
          </p:nvSpPr>
          <p:spPr>
            <a:xfrm>
              <a:off x="10010637" y="5221973"/>
              <a:ext cx="1532769" cy="449948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QMS</a:t>
              </a:r>
              <a:endParaRPr kumimoji="0" lang="en-US" altLang="zh-CN" sz="1100" b="1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（质量数据）</a:t>
              </a:r>
              <a:endParaRPr kumimoji="0" lang="zh-CN" altLang="en-US" sz="1100" b="1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0197466" y="1875702"/>
              <a:ext cx="12040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外围系统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左右箭头 38"/>
            <p:cNvSpPr/>
            <p:nvPr/>
          </p:nvSpPr>
          <p:spPr>
            <a:xfrm>
              <a:off x="9700086" y="3352706"/>
              <a:ext cx="409831" cy="312505"/>
            </a:xfrm>
            <a:prstGeom prst="leftRightArrow">
              <a:avLst/>
            </a:prstGeom>
            <a:solidFill>
              <a:srgbClr val="333399">
                <a:lumMod val="20000"/>
                <a:lumOff val="80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圆角矩形 40"/>
            <p:cNvSpPr/>
            <p:nvPr/>
          </p:nvSpPr>
          <p:spPr>
            <a:xfrm>
              <a:off x="5604230" y="1762338"/>
              <a:ext cx="568432" cy="890597"/>
            </a:xfrm>
            <a:prstGeom prst="roundRect">
              <a:avLst/>
            </a:prstGeom>
            <a:gradFill rotWithShape="1">
              <a:gsLst>
                <a:gs pos="0">
                  <a:srgbClr val="A7C6E5">
                    <a:tint val="50000"/>
                    <a:satMod val="300000"/>
                  </a:srgbClr>
                </a:gs>
                <a:gs pos="35000">
                  <a:srgbClr val="A7C6E5">
                    <a:tint val="37000"/>
                    <a:satMod val="300000"/>
                  </a:srgbClr>
                </a:gs>
                <a:gs pos="100000">
                  <a:srgbClr val="A7C6E5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A7C6E5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b="1" ker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报表</a:t>
              </a:r>
              <a:endPara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6" name="圆角矩形 41"/>
            <p:cNvSpPr/>
            <p:nvPr/>
          </p:nvSpPr>
          <p:spPr>
            <a:xfrm>
              <a:off x="6201719" y="1769862"/>
              <a:ext cx="1728000" cy="287425"/>
            </a:xfrm>
            <a:prstGeom prst="roundRect">
              <a:avLst/>
            </a:prstGeom>
            <a:gradFill rotWithShape="1">
              <a:gsLst>
                <a:gs pos="0">
                  <a:srgbClr val="A7C6E5">
                    <a:tint val="50000"/>
                    <a:satMod val="300000"/>
                  </a:srgbClr>
                </a:gs>
                <a:gs pos="35000">
                  <a:srgbClr val="A7C6E5">
                    <a:tint val="37000"/>
                    <a:satMod val="300000"/>
                  </a:srgbClr>
                </a:gs>
                <a:gs pos="100000">
                  <a:srgbClr val="A7C6E5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A7C6E5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交货单明细报表</a:t>
              </a:r>
              <a:endParaRPr kumimoji="0" lang="zh-CN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7" name="圆角矩形 42"/>
            <p:cNvSpPr/>
            <p:nvPr/>
          </p:nvSpPr>
          <p:spPr>
            <a:xfrm>
              <a:off x="6201719" y="2093587"/>
              <a:ext cx="1728000" cy="258833"/>
            </a:xfrm>
            <a:prstGeom prst="roundRect">
              <a:avLst/>
            </a:prstGeom>
            <a:gradFill rotWithShape="1">
              <a:gsLst>
                <a:gs pos="0">
                  <a:srgbClr val="A7C6E5">
                    <a:tint val="50000"/>
                    <a:satMod val="300000"/>
                  </a:srgbClr>
                </a:gs>
                <a:gs pos="35000">
                  <a:srgbClr val="A7C6E5">
                    <a:tint val="37000"/>
                    <a:satMod val="300000"/>
                  </a:srgbClr>
                </a:gs>
                <a:gs pos="100000">
                  <a:srgbClr val="A7C6E5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A7C6E5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交货单合计报表</a:t>
              </a:r>
              <a:endParaRPr kumimoji="0" lang="en-US" altLang="zh-CN" sz="1200" b="1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8" name="圆角矩形 43"/>
            <p:cNvSpPr/>
            <p:nvPr/>
          </p:nvSpPr>
          <p:spPr>
            <a:xfrm>
              <a:off x="3961892" y="1793940"/>
              <a:ext cx="1486156" cy="864783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u="sng" kern="0" noProof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</a:t>
              </a:r>
              <a:r>
                <a:rPr kumimoji="0" lang="zh-CN" altLang="en-US" sz="1200" b="0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管理</a:t>
              </a:r>
              <a:endParaRPr kumimoji="0" lang="zh-CN" altLang="en-US" sz="1200" b="0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（单位、产业信息、物料主数据、物料组等）</a:t>
              </a:r>
              <a:endParaRPr kumimoji="0" lang="zh-CN" altLang="en-US" sz="1200" b="0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9" name="圆角矩形 46"/>
            <p:cNvSpPr/>
            <p:nvPr/>
          </p:nvSpPr>
          <p:spPr>
            <a:xfrm>
              <a:off x="1299827" y="2730539"/>
              <a:ext cx="1386877" cy="1713515"/>
            </a:xfrm>
            <a:prstGeom prst="roundRect">
              <a:avLst/>
            </a:prstGeom>
            <a:solidFill>
              <a:srgbClr val="333399">
                <a:lumMod val="20000"/>
                <a:lumOff val="80000"/>
              </a:srgbClr>
            </a:solidFill>
            <a:ln w="9525" cap="flat" cmpd="sng" algn="ctr">
              <a:solidFill>
                <a:srgbClr val="AD053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招投标管理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常规采购询价</a:t>
              </a:r>
              <a:endParaRPr kumimoji="0" lang="zh-CN" altLang="en-US" sz="105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招投标（物料、资产、基建、服务、物料）</a:t>
              </a:r>
              <a:endParaRPr kumimoji="0" lang="zh-CN" altLang="en-US" sz="105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50" u="sng" ker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竞价管理</a:t>
              </a:r>
              <a:endParaRPr kumimoji="0" lang="zh-CN" altLang="en-US" sz="105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0" name="圆角矩形 47"/>
            <p:cNvSpPr/>
            <p:nvPr/>
          </p:nvSpPr>
          <p:spPr>
            <a:xfrm>
              <a:off x="2713148" y="2719003"/>
              <a:ext cx="1484340" cy="1713515"/>
            </a:xfrm>
            <a:prstGeom prst="roundRect">
              <a:avLst/>
            </a:prstGeom>
            <a:solidFill>
              <a:srgbClr val="333399">
                <a:lumMod val="20000"/>
                <a:lumOff val="80000"/>
              </a:srgbClr>
            </a:solidFill>
            <a:ln w="9525" cap="flat" cmpd="sng" algn="ctr">
              <a:solidFill>
                <a:srgbClr val="AD053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采购订单管理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采购订单确认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采购订单交期更新</a:t>
              </a:r>
              <a:endParaRPr kumimoji="0" lang="en-US" altLang="zh-CN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交货单交期更新</a:t>
              </a:r>
              <a:endParaRPr kumimoji="0" lang="en-US" altLang="zh-CN" sz="105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VMI</a:t>
              </a:r>
              <a:r>
                <a:rPr kumimoji="0" lang="zh-CN" altLang="en-US" sz="105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库存管理</a:t>
              </a:r>
              <a:endParaRPr kumimoji="0" lang="en-US" altLang="zh-CN" sz="105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供应商库存管理</a:t>
              </a:r>
              <a:endParaRPr kumimoji="0" lang="zh-CN" altLang="en-US" sz="105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1" name="圆角矩形 48"/>
            <p:cNvSpPr/>
            <p:nvPr/>
          </p:nvSpPr>
          <p:spPr>
            <a:xfrm>
              <a:off x="4208878" y="2711894"/>
              <a:ext cx="1499474" cy="1702479"/>
            </a:xfrm>
            <a:prstGeom prst="roundRect">
              <a:avLst/>
            </a:prstGeom>
            <a:solidFill>
              <a:srgbClr val="333399">
                <a:lumMod val="20000"/>
                <a:lumOff val="80000"/>
              </a:srgbClr>
            </a:solidFill>
            <a:ln w="9525" cap="flat" cmpd="sng" algn="ctr">
              <a:solidFill>
                <a:srgbClr val="AD053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询价管理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  <a:p>
              <a:pPr algn="ctr"/>
              <a:r>
                <a:rPr lang="zh-CN" altLang="en-US" sz="105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采购申请创建</a:t>
              </a:r>
              <a:endParaRPr lang="en-US" altLang="zh-CN" sz="10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05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外购新物料创建</a:t>
              </a:r>
              <a:endParaRPr lang="en-US" altLang="zh-CN" sz="105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05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配件询价创建</a:t>
              </a:r>
              <a:endParaRPr lang="en-US" altLang="zh-CN" sz="10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05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无价格新物料创建</a:t>
              </a:r>
              <a:endParaRPr lang="zh-CN" altLang="en-US" sz="10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 fontAlgn="base">
                <a:buClrTx/>
                <a:buSzTx/>
                <a:buFontTx/>
              </a:pPr>
              <a:r>
                <a:rPr lang="zh-CN" altLang="en-US" sz="105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常规采购询价</a:t>
              </a:r>
              <a:endParaRPr lang="en-US" altLang="zh-CN" sz="10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 fontAlgn="base">
                <a:buClrTx/>
                <a:buSzTx/>
                <a:buFontTx/>
              </a:pPr>
              <a:r>
                <a:rPr lang="zh-CN" altLang="en-US" sz="105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调价管理</a:t>
              </a:r>
              <a:endParaRPr lang="en-US" altLang="zh-CN" sz="10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2" name="圆角矩形 49"/>
            <p:cNvSpPr/>
            <p:nvPr/>
          </p:nvSpPr>
          <p:spPr>
            <a:xfrm>
              <a:off x="484941" y="1124465"/>
              <a:ext cx="713488" cy="588213"/>
            </a:xfrm>
            <a:prstGeom prst="roundRect">
              <a:avLst/>
            </a:prstGeom>
            <a:solidFill>
              <a:srgbClr val="333399">
                <a:lumMod val="40000"/>
                <a:lumOff val="60000"/>
              </a:srgbClr>
            </a:soli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用户</a:t>
              </a:r>
              <a:endParaRPr kumimoji="0" lang="en-US" altLang="zh-CN" sz="1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入口</a:t>
              </a:r>
              <a:endParaRPr kumimoji="0" lang="zh-CN" altLang="en-US" sz="1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3" name="圆角矩形 50"/>
            <p:cNvSpPr/>
            <p:nvPr/>
          </p:nvSpPr>
          <p:spPr>
            <a:xfrm>
              <a:off x="1300129" y="1107229"/>
              <a:ext cx="10265069" cy="605449"/>
            </a:xfrm>
            <a:prstGeom prst="roundRect">
              <a:avLst/>
            </a:prstGeom>
            <a:solidFill>
              <a:srgbClr val="333399">
                <a:lumMod val="40000"/>
                <a:lumOff val="60000"/>
              </a:srgbClr>
            </a:soli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4" name="圆角矩形 51"/>
            <p:cNvSpPr/>
            <p:nvPr/>
          </p:nvSpPr>
          <p:spPr>
            <a:xfrm>
              <a:off x="2851629" y="1262142"/>
              <a:ext cx="1425015" cy="29093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供应商门户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5" name="圆角矩形 52"/>
            <p:cNvSpPr/>
            <p:nvPr/>
          </p:nvSpPr>
          <p:spPr>
            <a:xfrm>
              <a:off x="4388030" y="1262142"/>
              <a:ext cx="1425015" cy="29093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员工门户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6" name="圆角矩形 53"/>
            <p:cNvSpPr/>
            <p:nvPr/>
          </p:nvSpPr>
          <p:spPr>
            <a:xfrm>
              <a:off x="5943197" y="1261640"/>
              <a:ext cx="1425015" cy="29093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流程审批小程序</a:t>
              </a:r>
              <a:endPara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7" name="圆角矩形 54"/>
            <p:cNvSpPr/>
            <p:nvPr/>
          </p:nvSpPr>
          <p:spPr>
            <a:xfrm>
              <a:off x="7489889" y="1261640"/>
              <a:ext cx="1425015" cy="290936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b="1" ker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消息提醒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8" name="圆角矩形 56"/>
            <p:cNvSpPr/>
            <p:nvPr/>
          </p:nvSpPr>
          <p:spPr>
            <a:xfrm>
              <a:off x="8365863" y="4697594"/>
              <a:ext cx="1325945" cy="1147694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t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绩效考核</a:t>
              </a:r>
              <a:endParaRPr kumimoji="0" lang="zh-CN" altLang="en-US" sz="1200" b="1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绩效报告</a:t>
              </a:r>
              <a:endParaRPr kumimoji="0" lang="zh-CN" altLang="en-US" sz="1200" b="0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sng" strike="noStrike" kern="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绩效整改</a:t>
              </a:r>
              <a:endParaRPr kumimoji="0" lang="zh-CN" altLang="en-US" sz="1200" b="0" i="0" u="sng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9" name="左右箭头 39"/>
            <p:cNvSpPr/>
            <p:nvPr/>
          </p:nvSpPr>
          <p:spPr>
            <a:xfrm>
              <a:off x="9700086" y="4958824"/>
              <a:ext cx="437071" cy="328337"/>
            </a:xfrm>
            <a:prstGeom prst="leftRightArrow">
              <a:avLst/>
            </a:prstGeom>
            <a:solidFill>
              <a:srgbClr val="FFC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sng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" y="0"/>
            <a:ext cx="4008439" cy="6858000"/>
          </a:xfrm>
          <a:prstGeom prst="rect">
            <a:avLst/>
          </a:prstGeom>
          <a:solidFill>
            <a:srgbClr val="AD053D"/>
          </a:solidFill>
          <a:ln w="25400" algn="ctr">
            <a:noFill/>
            <a:miter lim="800000"/>
          </a:ln>
        </p:spPr>
        <p:txBody>
          <a:bodyPr anchor="ctr"/>
          <a:lstStyle/>
          <a:p>
            <a:pPr algn="ctr"/>
            <a:endParaRPr lang="en-US" altLang="zh-CN" sz="1800">
              <a:solidFill>
                <a:srgbClr val="FFFFFF"/>
              </a:solidFill>
              <a:latin typeface="Calibri" panose="020F0502020204030204" charset="0"/>
            </a:endParaRPr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5357814" y="3395456"/>
            <a:ext cx="5706738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altLang="zh-CN" sz="3200" b="1">
                <a:latin typeface="Impact" panose="020B0806030902050204" pitchFamily="34" charset="0"/>
                <a:ea typeface="微软雅黑" panose="020B0503020204020204" charset="-122"/>
              </a:rPr>
              <a:t>03   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沟通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&amp;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交流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5357814" y="1922361"/>
            <a:ext cx="6210794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>
                <a:latin typeface="Impact" panose="020B0806030902050204" pitchFamily="34" charset="0"/>
                <a:ea typeface="微软雅黑" panose="020B0503020204020204" charset="-122"/>
              </a:rPr>
              <a:t>01    项目背景及业务架构</a:t>
            </a:r>
            <a:endParaRPr lang="en-US" altLang="zh-CN" sz="3200" b="1"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5357814" y="2665313"/>
            <a:ext cx="5490714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>
                <a:solidFill>
                  <a:srgbClr val="AD053D"/>
                </a:solidFill>
                <a:latin typeface="Impact" panose="020B0806030902050204" pitchFamily="34" charset="0"/>
                <a:ea typeface="微软雅黑" panose="020B0503020204020204" charset="-122"/>
              </a:rPr>
              <a:t>02    </a:t>
            </a:r>
            <a:r>
              <a:rPr lang="en-US" altLang="zh-CN" sz="3200" b="1">
                <a:solidFill>
                  <a:srgbClr val="AD053D"/>
                </a:solidFill>
                <a:latin typeface="Impact" panose="020B0806030902050204" pitchFamily="34" charset="0"/>
                <a:ea typeface="微软雅黑" panose="020B0503020204020204" charset="-122"/>
                <a:sym typeface="+mn-ea"/>
              </a:rPr>
              <a:t>系统规划及实现蓝图</a:t>
            </a:r>
            <a:endParaRPr lang="en-US" altLang="zh-CN" sz="3200" b="1">
              <a:solidFill>
                <a:srgbClr val="AD053D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10" name="矩形 71"/>
          <p:cNvSpPr>
            <a:spLocks noChangeArrowheads="1"/>
          </p:cNvSpPr>
          <p:nvPr/>
        </p:nvSpPr>
        <p:spPr bwMode="auto">
          <a:xfrm>
            <a:off x="732271" y="2302104"/>
            <a:ext cx="1415754" cy="83098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defTabSz="912495"/>
            <a:r>
              <a:rPr lang="zh-CN" altLang="en-US" sz="4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S01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图示 2"/>
          <p:cNvGraphicFramePr/>
          <p:nvPr/>
        </p:nvGraphicFramePr>
        <p:xfrm>
          <a:off x="3256546" y="1100655"/>
          <a:ext cx="6625391" cy="4828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S01—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供应商认证整体业务模型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Google Shape;1369;p54"/>
          <p:cNvGrpSpPr/>
          <p:nvPr/>
        </p:nvGrpSpPr>
        <p:grpSpPr>
          <a:xfrm>
            <a:off x="424828" y="1259405"/>
            <a:ext cx="8640000" cy="5040000"/>
            <a:chOff x="4780345" y="2325116"/>
            <a:chExt cx="15327282" cy="10097876"/>
          </a:xfrm>
        </p:grpSpPr>
        <p:sp>
          <p:nvSpPr>
            <p:cNvPr id="5" name="Google Shape;1370;p54"/>
            <p:cNvSpPr/>
            <p:nvPr/>
          </p:nvSpPr>
          <p:spPr>
            <a:xfrm>
              <a:off x="5674130" y="3025778"/>
              <a:ext cx="11864294" cy="8831157"/>
            </a:xfrm>
            <a:custGeom>
              <a:avLst/>
              <a:gdLst/>
              <a:ahLst/>
              <a:cxnLst/>
              <a:rect l="l" t="t" r="r" b="b"/>
              <a:pathLst>
                <a:path w="20397" h="19342" extrusionOk="0">
                  <a:moveTo>
                    <a:pt x="0" y="2771"/>
                  </a:moveTo>
                  <a:cubicBezTo>
                    <a:pt x="4674" y="-922"/>
                    <a:pt x="12258" y="-925"/>
                    <a:pt x="16931" y="2771"/>
                  </a:cubicBezTo>
                  <a:cubicBezTo>
                    <a:pt x="21600" y="6463"/>
                    <a:pt x="21505" y="12315"/>
                    <a:pt x="16931" y="16185"/>
                  </a:cubicBezTo>
                  <a:cubicBezTo>
                    <a:pt x="12599" y="19849"/>
                    <a:pt x="5358" y="20675"/>
                    <a:pt x="1123" y="16779"/>
                  </a:cubicBezTo>
                  <a:moveTo>
                    <a:pt x="17" y="2793"/>
                  </a:moveTo>
                  <a:lnTo>
                    <a:pt x="0" y="2771"/>
                  </a:lnTo>
                </a:path>
              </a:pathLst>
            </a:custGeom>
            <a:noFill/>
            <a:ln w="9525" cap="flat" cmpd="sng">
              <a:solidFill>
                <a:srgbClr val="A7A7A7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2775" tIns="22775" rIns="22775" bIns="227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5"/>
                <a:buFont typeface="Arial" panose="020B0604020202020204"/>
                <a:buNone/>
                <a:defRPr/>
              </a:pPr>
              <a:endParaRPr kumimoji="0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6" name="Google Shape;1371;p54"/>
            <p:cNvSpPr/>
            <p:nvPr/>
          </p:nvSpPr>
          <p:spPr>
            <a:xfrm>
              <a:off x="15065811" y="3723385"/>
              <a:ext cx="2764589" cy="523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75" tIns="22775" rIns="22775" bIns="2277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资质审查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" name="Google Shape;1372;p54"/>
            <p:cNvSpPr/>
            <p:nvPr/>
          </p:nvSpPr>
          <p:spPr>
            <a:xfrm>
              <a:off x="6550429" y="4209394"/>
              <a:ext cx="4517870" cy="261931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9208" y="0"/>
                  </a:moveTo>
                  <a:cubicBezTo>
                    <a:pt x="13368" y="0"/>
                    <a:pt x="7528" y="2506"/>
                    <a:pt x="3072" y="7523"/>
                  </a:cubicBezTo>
                  <a:cubicBezTo>
                    <a:pt x="1890" y="8854"/>
                    <a:pt x="869" y="10298"/>
                    <a:pt x="0" y="11819"/>
                  </a:cubicBezTo>
                  <a:lnTo>
                    <a:pt x="7523" y="21600"/>
                  </a:lnTo>
                  <a:cubicBezTo>
                    <a:pt x="8093" y="19532"/>
                    <a:pt x="9099" y="17582"/>
                    <a:pt x="10554" y="15945"/>
                  </a:cubicBezTo>
                  <a:cubicBezTo>
                    <a:pt x="12944" y="13254"/>
                    <a:pt x="16076" y="11910"/>
                    <a:pt x="19208" y="11910"/>
                  </a:cubicBezTo>
                  <a:cubicBezTo>
                    <a:pt x="19841" y="11910"/>
                    <a:pt x="20472" y="11979"/>
                    <a:pt x="21098" y="12089"/>
                  </a:cubicBezTo>
                  <a:lnTo>
                    <a:pt x="21600" y="152"/>
                  </a:lnTo>
                  <a:cubicBezTo>
                    <a:pt x="20805" y="58"/>
                    <a:pt x="20007" y="0"/>
                    <a:pt x="19208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22775" tIns="22775" rIns="22775" bIns="227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95"/>
                <a:buFont typeface="Arial" panose="020B0604020202020204"/>
                <a:buNone/>
                <a:defRPr/>
              </a:pPr>
              <a:endParaRPr kumimoji="0" sz="17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" name="Google Shape;1373;p54"/>
            <p:cNvSpPr/>
            <p:nvPr/>
          </p:nvSpPr>
          <p:spPr>
            <a:xfrm>
              <a:off x="7346735" y="8181737"/>
              <a:ext cx="3102584" cy="222441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7386" y="0"/>
                  </a:moveTo>
                  <a:lnTo>
                    <a:pt x="0" y="13672"/>
                  </a:lnTo>
                  <a:cubicBezTo>
                    <a:pt x="2978" y="16169"/>
                    <a:pt x="6335" y="18074"/>
                    <a:pt x="9894" y="19393"/>
                  </a:cubicBezTo>
                  <a:cubicBezTo>
                    <a:pt x="13453" y="20712"/>
                    <a:pt x="17214" y="21445"/>
                    <a:pt x="20998" y="21600"/>
                  </a:cubicBezTo>
                  <a:lnTo>
                    <a:pt x="21600" y="7602"/>
                  </a:lnTo>
                  <a:cubicBezTo>
                    <a:pt x="17342" y="7408"/>
                    <a:pt x="13144" y="5848"/>
                    <a:pt x="9892" y="2887"/>
                  </a:cubicBezTo>
                  <a:cubicBezTo>
                    <a:pt x="8914" y="1998"/>
                    <a:pt x="8089" y="1023"/>
                    <a:pt x="7386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txBody>
            <a:bodyPr spcFirstLastPara="1" wrap="square" lIns="22775" tIns="22775" rIns="22775" bIns="227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5"/>
                <a:buFont typeface="Arial" panose="020B0604020202020204"/>
                <a:buNone/>
                <a:defRPr/>
              </a:pPr>
              <a:endParaRPr kumimoji="0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" name="Google Shape;1374;p54"/>
            <p:cNvSpPr/>
            <p:nvPr/>
          </p:nvSpPr>
          <p:spPr>
            <a:xfrm>
              <a:off x="10942766" y="4226488"/>
              <a:ext cx="4009749" cy="290651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23" y="0"/>
                  </a:moveTo>
                  <a:lnTo>
                    <a:pt x="223" y="10"/>
                  </a:lnTo>
                  <a:cubicBezTo>
                    <a:pt x="337" y="22"/>
                    <a:pt x="451" y="31"/>
                    <a:pt x="565" y="41"/>
                  </a:cubicBezTo>
                  <a:lnTo>
                    <a:pt x="565" y="27"/>
                  </a:lnTo>
                  <a:cubicBezTo>
                    <a:pt x="451" y="17"/>
                    <a:pt x="337" y="9"/>
                    <a:pt x="223" y="0"/>
                  </a:cubicBezTo>
                  <a:close/>
                  <a:moveTo>
                    <a:pt x="565" y="41"/>
                  </a:moveTo>
                  <a:lnTo>
                    <a:pt x="565" y="48"/>
                  </a:lnTo>
                  <a:lnTo>
                    <a:pt x="0" y="10774"/>
                  </a:lnTo>
                  <a:cubicBezTo>
                    <a:pt x="12" y="10776"/>
                    <a:pt x="25" y="10779"/>
                    <a:pt x="37" y="10781"/>
                  </a:cubicBezTo>
                  <a:cubicBezTo>
                    <a:pt x="43" y="10782"/>
                    <a:pt x="49" y="10784"/>
                    <a:pt x="55" y="10785"/>
                  </a:cubicBezTo>
                  <a:cubicBezTo>
                    <a:pt x="336" y="10825"/>
                    <a:pt x="616" y="10869"/>
                    <a:pt x="895" y="10925"/>
                  </a:cubicBezTo>
                  <a:cubicBezTo>
                    <a:pt x="1072" y="10960"/>
                    <a:pt x="1250" y="10999"/>
                    <a:pt x="1426" y="11041"/>
                  </a:cubicBezTo>
                  <a:cubicBezTo>
                    <a:pt x="1606" y="11084"/>
                    <a:pt x="1787" y="11125"/>
                    <a:pt x="1966" y="11175"/>
                  </a:cubicBezTo>
                  <a:cubicBezTo>
                    <a:pt x="2377" y="11289"/>
                    <a:pt x="2781" y="11422"/>
                    <a:pt x="3181" y="11571"/>
                  </a:cubicBezTo>
                  <a:cubicBezTo>
                    <a:pt x="3229" y="11589"/>
                    <a:pt x="3275" y="11611"/>
                    <a:pt x="3322" y="11629"/>
                  </a:cubicBezTo>
                  <a:cubicBezTo>
                    <a:pt x="3450" y="11679"/>
                    <a:pt x="3575" y="11734"/>
                    <a:pt x="3702" y="11787"/>
                  </a:cubicBezTo>
                  <a:cubicBezTo>
                    <a:pt x="3848" y="11849"/>
                    <a:pt x="3995" y="11907"/>
                    <a:pt x="4140" y="11971"/>
                  </a:cubicBezTo>
                  <a:cubicBezTo>
                    <a:pt x="4223" y="12009"/>
                    <a:pt x="4306" y="12045"/>
                    <a:pt x="4388" y="12084"/>
                  </a:cubicBezTo>
                  <a:cubicBezTo>
                    <a:pt x="5582" y="12647"/>
                    <a:pt x="6712" y="13356"/>
                    <a:pt x="7716" y="14260"/>
                  </a:cubicBezTo>
                  <a:cubicBezTo>
                    <a:pt x="9924" y="16248"/>
                    <a:pt x="11211" y="18744"/>
                    <a:pt x="11608" y="21330"/>
                  </a:cubicBezTo>
                  <a:lnTo>
                    <a:pt x="11698" y="21320"/>
                  </a:lnTo>
                  <a:lnTo>
                    <a:pt x="21540" y="14089"/>
                  </a:lnTo>
                  <a:lnTo>
                    <a:pt x="21600" y="14085"/>
                  </a:lnTo>
                  <a:cubicBezTo>
                    <a:pt x="20346" y="11387"/>
                    <a:pt x="18505" y="8859"/>
                    <a:pt x="16066" y="6663"/>
                  </a:cubicBezTo>
                  <a:cubicBezTo>
                    <a:pt x="13657" y="4494"/>
                    <a:pt x="10886" y="2852"/>
                    <a:pt x="7931" y="1724"/>
                  </a:cubicBezTo>
                  <a:cubicBezTo>
                    <a:pt x="7494" y="1557"/>
                    <a:pt x="7055" y="1399"/>
                    <a:pt x="6610" y="1255"/>
                  </a:cubicBezTo>
                  <a:cubicBezTo>
                    <a:pt x="4648" y="620"/>
                    <a:pt x="2616" y="230"/>
                    <a:pt x="565" y="41"/>
                  </a:cubicBezTo>
                  <a:close/>
                  <a:moveTo>
                    <a:pt x="4718" y="12259"/>
                  </a:moveTo>
                  <a:cubicBezTo>
                    <a:pt x="4859" y="12331"/>
                    <a:pt x="4998" y="12407"/>
                    <a:pt x="5137" y="12485"/>
                  </a:cubicBezTo>
                  <a:cubicBezTo>
                    <a:pt x="4998" y="12407"/>
                    <a:pt x="4859" y="12331"/>
                    <a:pt x="4718" y="12259"/>
                  </a:cubicBezTo>
                  <a:close/>
                  <a:moveTo>
                    <a:pt x="6067" y="13056"/>
                  </a:moveTo>
                  <a:cubicBezTo>
                    <a:pt x="6207" y="13149"/>
                    <a:pt x="6352" y="13234"/>
                    <a:pt x="6488" y="13333"/>
                  </a:cubicBezTo>
                  <a:cubicBezTo>
                    <a:pt x="6351" y="13234"/>
                    <a:pt x="6207" y="13149"/>
                    <a:pt x="6067" y="13056"/>
                  </a:cubicBezTo>
                  <a:close/>
                  <a:moveTo>
                    <a:pt x="8690" y="15327"/>
                  </a:moveTo>
                  <a:cubicBezTo>
                    <a:pt x="8933" y="15602"/>
                    <a:pt x="9166" y="15883"/>
                    <a:pt x="9379" y="16172"/>
                  </a:cubicBezTo>
                  <a:cubicBezTo>
                    <a:pt x="9166" y="15883"/>
                    <a:pt x="8933" y="15603"/>
                    <a:pt x="8690" y="15327"/>
                  </a:cubicBezTo>
                  <a:close/>
                  <a:moveTo>
                    <a:pt x="9647" y="16575"/>
                  </a:moveTo>
                  <a:cubicBezTo>
                    <a:pt x="9786" y="16781"/>
                    <a:pt x="9929" y="16984"/>
                    <a:pt x="10054" y="17194"/>
                  </a:cubicBezTo>
                  <a:cubicBezTo>
                    <a:pt x="9929" y="16984"/>
                    <a:pt x="9786" y="16780"/>
                    <a:pt x="9647" y="16575"/>
                  </a:cubicBezTo>
                  <a:close/>
                  <a:moveTo>
                    <a:pt x="10396" y="17834"/>
                  </a:moveTo>
                  <a:cubicBezTo>
                    <a:pt x="10466" y="17972"/>
                    <a:pt x="10542" y="18109"/>
                    <a:pt x="10607" y="18248"/>
                  </a:cubicBezTo>
                  <a:cubicBezTo>
                    <a:pt x="10542" y="18109"/>
                    <a:pt x="10466" y="17972"/>
                    <a:pt x="10396" y="17834"/>
                  </a:cubicBezTo>
                  <a:close/>
                  <a:moveTo>
                    <a:pt x="10869" y="18884"/>
                  </a:moveTo>
                  <a:cubicBezTo>
                    <a:pt x="10934" y="19049"/>
                    <a:pt x="11003" y="19214"/>
                    <a:pt x="11060" y="19380"/>
                  </a:cubicBezTo>
                  <a:cubicBezTo>
                    <a:pt x="11004" y="19213"/>
                    <a:pt x="10934" y="19049"/>
                    <a:pt x="10869" y="18884"/>
                  </a:cubicBezTo>
                  <a:close/>
                  <a:moveTo>
                    <a:pt x="11249" y="20020"/>
                  </a:moveTo>
                  <a:cubicBezTo>
                    <a:pt x="11293" y="20179"/>
                    <a:pt x="11341" y="20338"/>
                    <a:pt x="11378" y="20499"/>
                  </a:cubicBezTo>
                  <a:cubicBezTo>
                    <a:pt x="11341" y="20338"/>
                    <a:pt x="11293" y="20179"/>
                    <a:pt x="11249" y="20020"/>
                  </a:cubicBezTo>
                  <a:close/>
                  <a:moveTo>
                    <a:pt x="11526" y="21302"/>
                  </a:moveTo>
                  <a:cubicBezTo>
                    <a:pt x="11542" y="21402"/>
                    <a:pt x="11561" y="21500"/>
                    <a:pt x="11574" y="21600"/>
                  </a:cubicBezTo>
                  <a:cubicBezTo>
                    <a:pt x="11561" y="21500"/>
                    <a:pt x="11542" y="21402"/>
                    <a:pt x="11526" y="21302"/>
                  </a:cubicBezTo>
                  <a:close/>
                </a:path>
              </a:pathLst>
            </a:custGeom>
            <a:solidFill>
              <a:srgbClr val="F59E1D"/>
            </a:solidFill>
            <a:ln>
              <a:noFill/>
            </a:ln>
          </p:spPr>
          <p:txBody>
            <a:bodyPr spcFirstLastPara="1" wrap="square" lIns="22775" tIns="22775" rIns="22775" bIns="227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0"/>
                <a:buFont typeface="Arial" panose="020B0604020202020204"/>
                <a:buNone/>
                <a:defRPr/>
              </a:pPr>
              <a:endParaRPr kumimoji="0" sz="229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" name="Google Shape;1375;p54"/>
            <p:cNvSpPr/>
            <p:nvPr/>
          </p:nvSpPr>
          <p:spPr>
            <a:xfrm>
              <a:off x="10362300" y="8401487"/>
              <a:ext cx="3118233" cy="2004704"/>
            </a:xfrm>
            <a:custGeom>
              <a:avLst/>
              <a:gdLst/>
              <a:ahLst/>
              <a:cxnLst/>
              <a:rect l="l" t="t" r="r" b="b"/>
              <a:pathLst>
                <a:path w="21600" h="21320" extrusionOk="0">
                  <a:moveTo>
                    <a:pt x="14583" y="0"/>
                  </a:moveTo>
                  <a:cubicBezTo>
                    <a:pt x="14348" y="266"/>
                    <a:pt x="14123" y="539"/>
                    <a:pt x="13869" y="793"/>
                  </a:cubicBezTo>
                  <a:cubicBezTo>
                    <a:pt x="10218" y="4451"/>
                    <a:pt x="5374" y="6160"/>
                    <a:pt x="593" y="5962"/>
                  </a:cubicBezTo>
                  <a:lnTo>
                    <a:pt x="628" y="6099"/>
                  </a:lnTo>
                  <a:lnTo>
                    <a:pt x="0" y="21293"/>
                  </a:lnTo>
                  <a:cubicBezTo>
                    <a:pt x="7602" y="21600"/>
                    <a:pt x="15285" y="19308"/>
                    <a:pt x="21600" y="14391"/>
                  </a:cubicBezTo>
                  <a:lnTo>
                    <a:pt x="14790" y="215"/>
                  </a:lnTo>
                  <a:lnTo>
                    <a:pt x="14583" y="0"/>
                  </a:lnTo>
                  <a:close/>
                </a:path>
              </a:pathLst>
            </a:custGeom>
            <a:gradFill>
              <a:gsLst>
                <a:gs pos="0">
                  <a:srgbClr val="3476DB"/>
                </a:gs>
                <a:gs pos="35000">
                  <a:srgbClr val="3480DB"/>
                </a:gs>
                <a:gs pos="100000">
                  <a:srgbClr val="3887DC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22775" tIns="22775" rIns="22775" bIns="227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0"/>
                <a:buFont typeface="Arial" panose="020B0604020202020204"/>
                <a:buNone/>
                <a:defRPr/>
              </a:pPr>
              <a:endParaRPr kumimoji="0" sz="229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1" name="Google Shape;1376;p54"/>
            <p:cNvSpPr/>
            <p:nvPr/>
          </p:nvSpPr>
          <p:spPr>
            <a:xfrm>
              <a:off x="12484889" y="6103802"/>
              <a:ext cx="2840570" cy="3666396"/>
            </a:xfrm>
            <a:custGeom>
              <a:avLst/>
              <a:gdLst/>
              <a:ahLst/>
              <a:cxnLst/>
              <a:rect l="l" t="t" r="r" b="b"/>
              <a:pathLst>
                <a:path w="20059" h="21600" extrusionOk="0">
                  <a:moveTo>
                    <a:pt x="17488" y="0"/>
                  </a:moveTo>
                  <a:lnTo>
                    <a:pt x="4309" y="5933"/>
                  </a:lnTo>
                  <a:cubicBezTo>
                    <a:pt x="4587" y="7263"/>
                    <a:pt x="4365" y="8616"/>
                    <a:pt x="3646" y="9905"/>
                  </a:cubicBezTo>
                  <a:cubicBezTo>
                    <a:pt x="2926" y="11193"/>
                    <a:pt x="1710" y="12417"/>
                    <a:pt x="0" y="13490"/>
                  </a:cubicBezTo>
                  <a:lnTo>
                    <a:pt x="4254" y="18604"/>
                  </a:lnTo>
                  <a:lnTo>
                    <a:pt x="6903" y="21600"/>
                  </a:lnTo>
                  <a:cubicBezTo>
                    <a:pt x="8048" y="21120"/>
                    <a:pt x="9152" y="20599"/>
                    <a:pt x="10202" y="20027"/>
                  </a:cubicBezTo>
                  <a:cubicBezTo>
                    <a:pt x="11005" y="19590"/>
                    <a:pt x="11758" y="19135"/>
                    <a:pt x="12464" y="18666"/>
                  </a:cubicBezTo>
                  <a:cubicBezTo>
                    <a:pt x="12535" y="18618"/>
                    <a:pt x="12605" y="18571"/>
                    <a:pt x="12675" y="18522"/>
                  </a:cubicBezTo>
                  <a:cubicBezTo>
                    <a:pt x="13027" y="18280"/>
                    <a:pt x="13370" y="18038"/>
                    <a:pt x="13699" y="17790"/>
                  </a:cubicBezTo>
                  <a:cubicBezTo>
                    <a:pt x="14171" y="17435"/>
                    <a:pt x="14615" y="17077"/>
                    <a:pt x="15028" y="16703"/>
                  </a:cubicBezTo>
                  <a:cubicBezTo>
                    <a:pt x="15033" y="16699"/>
                    <a:pt x="15036" y="16694"/>
                    <a:pt x="15041" y="16689"/>
                  </a:cubicBezTo>
                  <a:cubicBezTo>
                    <a:pt x="20775" y="11627"/>
                    <a:pt x="21600" y="5393"/>
                    <a:pt x="17488" y="0"/>
                  </a:cubicBezTo>
                  <a:close/>
                  <a:moveTo>
                    <a:pt x="18226" y="1310"/>
                  </a:moveTo>
                  <a:cubicBezTo>
                    <a:pt x="18355" y="1520"/>
                    <a:pt x="18478" y="1733"/>
                    <a:pt x="18594" y="1946"/>
                  </a:cubicBezTo>
                  <a:cubicBezTo>
                    <a:pt x="18709" y="2158"/>
                    <a:pt x="18818" y="2372"/>
                    <a:pt x="18918" y="2587"/>
                  </a:cubicBezTo>
                  <a:cubicBezTo>
                    <a:pt x="18818" y="2372"/>
                    <a:pt x="18709" y="2158"/>
                    <a:pt x="18594" y="1945"/>
                  </a:cubicBezTo>
                  <a:cubicBezTo>
                    <a:pt x="18478" y="1733"/>
                    <a:pt x="18355" y="1521"/>
                    <a:pt x="18226" y="1310"/>
                  </a:cubicBezTo>
                  <a:close/>
                  <a:moveTo>
                    <a:pt x="18921" y="2598"/>
                  </a:moveTo>
                  <a:cubicBezTo>
                    <a:pt x="19020" y="2808"/>
                    <a:pt x="19110" y="3020"/>
                    <a:pt x="19194" y="3232"/>
                  </a:cubicBezTo>
                  <a:cubicBezTo>
                    <a:pt x="19278" y="3444"/>
                    <a:pt x="19355" y="3656"/>
                    <a:pt x="19425" y="3869"/>
                  </a:cubicBezTo>
                  <a:cubicBezTo>
                    <a:pt x="19355" y="3656"/>
                    <a:pt x="19278" y="3444"/>
                    <a:pt x="19194" y="3232"/>
                  </a:cubicBezTo>
                  <a:cubicBezTo>
                    <a:pt x="19110" y="3020"/>
                    <a:pt x="19020" y="2808"/>
                    <a:pt x="18921" y="2598"/>
                  </a:cubicBezTo>
                  <a:close/>
                  <a:moveTo>
                    <a:pt x="19454" y="3962"/>
                  </a:moveTo>
                  <a:cubicBezTo>
                    <a:pt x="19521" y="4168"/>
                    <a:pt x="19582" y="4375"/>
                    <a:pt x="19636" y="4584"/>
                  </a:cubicBezTo>
                  <a:cubicBezTo>
                    <a:pt x="19690" y="4791"/>
                    <a:pt x="19738" y="5000"/>
                    <a:pt x="19779" y="5209"/>
                  </a:cubicBezTo>
                  <a:cubicBezTo>
                    <a:pt x="19738" y="5000"/>
                    <a:pt x="19690" y="4791"/>
                    <a:pt x="19636" y="4584"/>
                  </a:cubicBezTo>
                  <a:cubicBezTo>
                    <a:pt x="19582" y="4375"/>
                    <a:pt x="19521" y="4169"/>
                    <a:pt x="19454" y="3962"/>
                  </a:cubicBezTo>
                  <a:close/>
                  <a:moveTo>
                    <a:pt x="19783" y="5236"/>
                  </a:moveTo>
                  <a:cubicBezTo>
                    <a:pt x="19821" y="5442"/>
                    <a:pt x="19854" y="5650"/>
                    <a:pt x="19880" y="5858"/>
                  </a:cubicBezTo>
                  <a:cubicBezTo>
                    <a:pt x="19906" y="6065"/>
                    <a:pt x="19925" y="6273"/>
                    <a:pt x="19939" y="6481"/>
                  </a:cubicBezTo>
                  <a:cubicBezTo>
                    <a:pt x="19925" y="6273"/>
                    <a:pt x="19906" y="6065"/>
                    <a:pt x="19880" y="5858"/>
                  </a:cubicBezTo>
                  <a:cubicBezTo>
                    <a:pt x="19854" y="5650"/>
                    <a:pt x="19821" y="5442"/>
                    <a:pt x="19783" y="5236"/>
                  </a:cubicBezTo>
                  <a:close/>
                  <a:moveTo>
                    <a:pt x="19948" y="6670"/>
                  </a:moveTo>
                  <a:cubicBezTo>
                    <a:pt x="19958" y="6869"/>
                    <a:pt x="19962" y="7068"/>
                    <a:pt x="19960" y="7267"/>
                  </a:cubicBezTo>
                  <a:cubicBezTo>
                    <a:pt x="19957" y="7466"/>
                    <a:pt x="19949" y="7665"/>
                    <a:pt x="19935" y="7863"/>
                  </a:cubicBezTo>
                  <a:cubicBezTo>
                    <a:pt x="19949" y="7665"/>
                    <a:pt x="19957" y="7466"/>
                    <a:pt x="19960" y="7267"/>
                  </a:cubicBezTo>
                  <a:cubicBezTo>
                    <a:pt x="19962" y="7068"/>
                    <a:pt x="19958" y="6869"/>
                    <a:pt x="19948" y="6670"/>
                  </a:cubicBezTo>
                  <a:close/>
                  <a:moveTo>
                    <a:pt x="19935" y="7901"/>
                  </a:moveTo>
                  <a:cubicBezTo>
                    <a:pt x="19919" y="8112"/>
                    <a:pt x="19895" y="8323"/>
                    <a:pt x="19866" y="8532"/>
                  </a:cubicBezTo>
                  <a:cubicBezTo>
                    <a:pt x="19836" y="8743"/>
                    <a:pt x="19800" y="8953"/>
                    <a:pt x="19757" y="9162"/>
                  </a:cubicBezTo>
                  <a:cubicBezTo>
                    <a:pt x="19800" y="8953"/>
                    <a:pt x="19836" y="8743"/>
                    <a:pt x="19866" y="8532"/>
                  </a:cubicBezTo>
                  <a:cubicBezTo>
                    <a:pt x="19896" y="8323"/>
                    <a:pt x="19919" y="8112"/>
                    <a:pt x="19935" y="7901"/>
                  </a:cubicBezTo>
                  <a:close/>
                  <a:moveTo>
                    <a:pt x="19721" y="9311"/>
                  </a:moveTo>
                  <a:cubicBezTo>
                    <a:pt x="19679" y="9507"/>
                    <a:pt x="19632" y="9702"/>
                    <a:pt x="19579" y="9895"/>
                  </a:cubicBezTo>
                  <a:cubicBezTo>
                    <a:pt x="19526" y="10091"/>
                    <a:pt x="19467" y="10285"/>
                    <a:pt x="19402" y="10477"/>
                  </a:cubicBezTo>
                  <a:cubicBezTo>
                    <a:pt x="19468" y="10284"/>
                    <a:pt x="19526" y="10091"/>
                    <a:pt x="19579" y="9895"/>
                  </a:cubicBezTo>
                  <a:cubicBezTo>
                    <a:pt x="19632" y="9702"/>
                    <a:pt x="19679" y="9507"/>
                    <a:pt x="19721" y="9311"/>
                  </a:cubicBezTo>
                  <a:close/>
                  <a:moveTo>
                    <a:pt x="19373" y="10564"/>
                  </a:moveTo>
                  <a:cubicBezTo>
                    <a:pt x="19302" y="10769"/>
                    <a:pt x="19224" y="10973"/>
                    <a:pt x="19139" y="11176"/>
                  </a:cubicBezTo>
                  <a:cubicBezTo>
                    <a:pt x="19054" y="11379"/>
                    <a:pt x="18963" y="11582"/>
                    <a:pt x="18866" y="11784"/>
                  </a:cubicBezTo>
                  <a:cubicBezTo>
                    <a:pt x="18963" y="11582"/>
                    <a:pt x="19054" y="11379"/>
                    <a:pt x="19139" y="11176"/>
                  </a:cubicBezTo>
                  <a:cubicBezTo>
                    <a:pt x="19224" y="10973"/>
                    <a:pt x="19302" y="10769"/>
                    <a:pt x="19373" y="10564"/>
                  </a:cubicBezTo>
                  <a:close/>
                  <a:moveTo>
                    <a:pt x="17124" y="14515"/>
                  </a:moveTo>
                  <a:cubicBezTo>
                    <a:pt x="16984" y="14689"/>
                    <a:pt x="16839" y="14862"/>
                    <a:pt x="16690" y="15034"/>
                  </a:cubicBezTo>
                  <a:cubicBezTo>
                    <a:pt x="16540" y="15207"/>
                    <a:pt x="16385" y="15378"/>
                    <a:pt x="16224" y="15548"/>
                  </a:cubicBezTo>
                  <a:cubicBezTo>
                    <a:pt x="16385" y="15378"/>
                    <a:pt x="16540" y="15207"/>
                    <a:pt x="16690" y="15034"/>
                  </a:cubicBezTo>
                  <a:cubicBezTo>
                    <a:pt x="16839" y="14862"/>
                    <a:pt x="16984" y="14689"/>
                    <a:pt x="17124" y="14515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22775" tIns="22775" rIns="22775" bIns="227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0"/>
                <a:buFont typeface="Arial" panose="020B0604020202020204"/>
                <a:buNone/>
                <a:defRPr/>
              </a:pPr>
              <a:endParaRPr kumimoji="0" sz="229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2" name="Google Shape;1377;p54"/>
            <p:cNvSpPr/>
            <p:nvPr/>
          </p:nvSpPr>
          <p:spPr>
            <a:xfrm rot="-1080282">
              <a:off x="7460687" y="4755208"/>
              <a:ext cx="3023251" cy="9523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75" tIns="22775" rIns="22775" bIns="2277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95"/>
                <a:buFont typeface="Arial" panose="020B0604020202020204"/>
                <a:buNone/>
                <a:defRPr/>
              </a:pPr>
              <a:r>
                <a:rPr kumimoji="0" lang="zh-CN" altLang="en-US" sz="1395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寻源</a:t>
              </a:r>
              <a:endParaRPr kumimoji="0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95"/>
                <a:buFont typeface="Arial" panose="020B0604020202020204"/>
                <a:buNone/>
                <a:defRPr/>
              </a:pPr>
              <a:r>
                <a:rPr kumimoji="0" lang="en-US" altLang="zh-CN" sz="1395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Sourcing</a:t>
              </a:r>
              <a:endParaRPr kumimoji="0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3" name="Google Shape;1378;p54"/>
            <p:cNvSpPr/>
            <p:nvPr/>
          </p:nvSpPr>
          <p:spPr>
            <a:xfrm rot="1969656">
              <a:off x="11279364" y="5046423"/>
              <a:ext cx="3087479" cy="9523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75" tIns="22775" rIns="22775" bIns="2277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95"/>
                <a:buFont typeface="Arial" panose="020B0604020202020204"/>
                <a:buNone/>
                <a:defRPr/>
              </a:pPr>
              <a:r>
                <a:rPr kumimoji="0" lang="zh-CN" altLang="en-US" sz="1395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认证</a:t>
              </a:r>
              <a:endParaRPr kumimoji="0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95"/>
                <a:buFont typeface="Arial" panose="020B0604020202020204"/>
                <a:buNone/>
                <a:defRPr/>
              </a:pPr>
              <a:r>
                <a:rPr kumimoji="0" lang="en-US" altLang="zh-CN" sz="1395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Identification</a:t>
              </a:r>
              <a:endParaRPr kumimoji="0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" name="Google Shape;1379;p54"/>
            <p:cNvSpPr/>
            <p:nvPr/>
          </p:nvSpPr>
          <p:spPr>
            <a:xfrm rot="-3500125">
              <a:off x="12514967" y="7515369"/>
              <a:ext cx="3079323" cy="843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75" tIns="22775" rIns="22775" bIns="2277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95"/>
                <a:buFont typeface="Arial" panose="020B0604020202020204"/>
                <a:buNone/>
                <a:defRPr/>
              </a:pPr>
              <a:r>
                <a:rPr kumimoji="0" lang="zh-CN" altLang="en-US" sz="1395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维护</a:t>
              </a:r>
              <a:endParaRPr kumimoji="0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95"/>
                <a:buFont typeface="Arial" panose="020B0604020202020204"/>
                <a:buNone/>
                <a:defRPr/>
              </a:pPr>
              <a:r>
                <a:rPr kumimoji="0" lang="en-US" altLang="zh-CN" sz="1395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Maintenance</a:t>
              </a:r>
              <a:endParaRPr kumimoji="0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5" name="Google Shape;1380;p54"/>
            <p:cNvSpPr/>
            <p:nvPr/>
          </p:nvSpPr>
          <p:spPr>
            <a:xfrm rot="-540000">
              <a:off x="10333848" y="9086546"/>
              <a:ext cx="2770766" cy="9523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75" tIns="22775" rIns="22775" bIns="2277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95"/>
                <a:buFont typeface="Arial" panose="020B0604020202020204"/>
                <a:buNone/>
                <a:defRPr/>
              </a:pPr>
              <a:r>
                <a:rPr kumimoji="0" lang="zh-CN" altLang="en-US" sz="1395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评估</a:t>
              </a:r>
              <a:endParaRPr kumimoji="0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95"/>
                <a:buFont typeface="Arial" panose="020B0604020202020204"/>
                <a:buNone/>
                <a:defRPr/>
              </a:pPr>
              <a:r>
                <a:rPr kumimoji="0" lang="en-US" altLang="zh-CN" sz="1395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Assessment</a:t>
              </a:r>
              <a:endParaRPr kumimoji="0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6" name="Google Shape;1381;p54"/>
            <p:cNvSpPr/>
            <p:nvPr/>
          </p:nvSpPr>
          <p:spPr>
            <a:xfrm rot="1020000">
              <a:off x="7511590" y="9042554"/>
              <a:ext cx="3022132" cy="9523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75" tIns="22775" rIns="22775" bIns="2277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95"/>
                <a:buFont typeface="Arial" panose="020B0604020202020204"/>
                <a:buNone/>
                <a:defRPr/>
              </a:pPr>
              <a:r>
                <a:rPr kumimoji="0" lang="zh-CN" altLang="en-US" sz="1395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退出</a:t>
              </a:r>
              <a:endParaRPr kumimoji="0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95"/>
                <a:buFont typeface="Arial" panose="020B0604020202020204"/>
                <a:buNone/>
                <a:defRPr/>
              </a:pPr>
              <a:r>
                <a:rPr kumimoji="0" lang="en-US" altLang="zh-CN" sz="1395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obsolescence</a:t>
              </a:r>
              <a:endParaRPr kumimoji="0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7" name="Google Shape;1382;p54"/>
            <p:cNvSpPr/>
            <p:nvPr/>
          </p:nvSpPr>
          <p:spPr>
            <a:xfrm>
              <a:off x="8706595" y="6485108"/>
              <a:ext cx="3748852" cy="13254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75" tIns="22775" rIns="22775" bIns="2277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供应商</a:t>
              </a:r>
              <a:endPara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全生命周期管理</a:t>
              </a:r>
              <a:endPara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8" name="Google Shape;1383;p54"/>
            <p:cNvSpPr/>
            <p:nvPr/>
          </p:nvSpPr>
          <p:spPr>
            <a:xfrm>
              <a:off x="4780345" y="4536579"/>
              <a:ext cx="2764589" cy="523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75" tIns="22775" rIns="22775" bIns="2277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企业注册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9" name="Google Shape;1384;p54"/>
            <p:cNvSpPr/>
            <p:nvPr/>
          </p:nvSpPr>
          <p:spPr>
            <a:xfrm>
              <a:off x="5085296" y="11642645"/>
              <a:ext cx="2764589" cy="523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75" tIns="22775" rIns="22775" bIns="2277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供方退出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0" name="Google Shape;1385;p54"/>
            <p:cNvSpPr/>
            <p:nvPr/>
          </p:nvSpPr>
          <p:spPr>
            <a:xfrm>
              <a:off x="11047582" y="11769840"/>
              <a:ext cx="2764589" cy="523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75" tIns="22775" rIns="22775" bIns="2277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供方改善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1" name="Google Shape;1386;p54"/>
            <p:cNvSpPr/>
            <p:nvPr/>
          </p:nvSpPr>
          <p:spPr>
            <a:xfrm>
              <a:off x="14651439" y="10588118"/>
              <a:ext cx="2854326" cy="523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75" tIns="22775" rIns="22775" bIns="2277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绩效考核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2" name="Google Shape;1387;p54"/>
            <p:cNvSpPr/>
            <p:nvPr/>
          </p:nvSpPr>
          <p:spPr>
            <a:xfrm>
              <a:off x="17980091" y="5681107"/>
              <a:ext cx="1439728" cy="523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75" tIns="22775" rIns="22775" bIns="22775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现场评审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3" name="Google Shape;1388;p54"/>
            <p:cNvSpPr/>
            <p:nvPr/>
          </p:nvSpPr>
          <p:spPr>
            <a:xfrm>
              <a:off x="17343038" y="8746051"/>
              <a:ext cx="2764589" cy="523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75" tIns="22775" rIns="22775" bIns="2277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合格供方管理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4" name="Google Shape;1389;p54"/>
            <p:cNvSpPr/>
            <p:nvPr/>
          </p:nvSpPr>
          <p:spPr>
            <a:xfrm>
              <a:off x="10653881" y="2451039"/>
              <a:ext cx="2764589" cy="523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75" tIns="22775" rIns="22775" bIns="2277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商务洽谈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5" name="Google Shape;1390;p54"/>
            <p:cNvSpPr/>
            <p:nvPr/>
          </p:nvSpPr>
          <p:spPr>
            <a:xfrm>
              <a:off x="9907954" y="2325116"/>
              <a:ext cx="1270003" cy="1270001"/>
            </a:xfrm>
            <a:prstGeom prst="roundRect">
              <a:avLst>
                <a:gd name="adj" fmla="val 15000"/>
              </a:avLst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22775" tIns="22775" rIns="22775" bIns="227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95"/>
                <a:buFont typeface="Arial" panose="020B0604020202020204"/>
                <a:buNone/>
                <a:defRPr/>
              </a:pPr>
              <a:endParaRPr kumimoji="0" sz="17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pic>
          <p:nvPicPr>
            <p:cNvPr id="26" name="Google Shape;1391;p54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0059475" y="2641743"/>
              <a:ext cx="966962" cy="725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1392;p54"/>
            <p:cNvSpPr/>
            <p:nvPr/>
          </p:nvSpPr>
          <p:spPr>
            <a:xfrm>
              <a:off x="5572474" y="3234494"/>
              <a:ext cx="1270004" cy="1270003"/>
            </a:xfrm>
            <a:prstGeom prst="roundRect">
              <a:avLst>
                <a:gd name="adj" fmla="val 15000"/>
              </a:avLst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22775" tIns="22775" rIns="22775" bIns="227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95"/>
                <a:buFont typeface="Arial" panose="020B0604020202020204"/>
                <a:buNone/>
                <a:defRPr/>
              </a:pPr>
              <a:endParaRPr kumimoji="0" sz="17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8" name="Google Shape;1393;p54"/>
            <p:cNvSpPr/>
            <p:nvPr/>
          </p:nvSpPr>
          <p:spPr>
            <a:xfrm>
              <a:off x="14321203" y="3144572"/>
              <a:ext cx="1270003" cy="1270003"/>
            </a:xfrm>
            <a:prstGeom prst="roundRect">
              <a:avLst>
                <a:gd name="adj" fmla="val 15000"/>
              </a:avLst>
            </a:prstGeom>
            <a:solidFill>
              <a:srgbClr val="F59E1D"/>
            </a:solidFill>
            <a:ln>
              <a:noFill/>
            </a:ln>
          </p:spPr>
          <p:txBody>
            <a:bodyPr spcFirstLastPara="1" wrap="square" lIns="22775" tIns="22775" rIns="22775" bIns="227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0"/>
                <a:buFont typeface="Arial" panose="020B0604020202020204"/>
                <a:buNone/>
                <a:defRPr/>
              </a:pPr>
              <a:endParaRPr kumimoji="0" sz="229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pic>
          <p:nvPicPr>
            <p:cNvPr id="29" name="Google Shape;1394;p54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4533391" y="3294555"/>
              <a:ext cx="845626" cy="9192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" name="Google Shape;1395;p54"/>
            <p:cNvSpPr/>
            <p:nvPr/>
          </p:nvSpPr>
          <p:spPr>
            <a:xfrm>
              <a:off x="16684338" y="5262951"/>
              <a:ext cx="1270004" cy="1270002"/>
            </a:xfrm>
            <a:prstGeom prst="roundRect">
              <a:avLst>
                <a:gd name="adj" fmla="val 15000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22775" tIns="22775" rIns="22775" bIns="227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0"/>
                <a:buFont typeface="Arial" panose="020B0604020202020204"/>
                <a:buNone/>
                <a:defRPr/>
              </a:pPr>
              <a:endParaRPr kumimoji="0" sz="229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31" name="Google Shape;1396;p54"/>
            <p:cNvSpPr/>
            <p:nvPr/>
          </p:nvSpPr>
          <p:spPr>
            <a:xfrm>
              <a:off x="16419377" y="8301400"/>
              <a:ext cx="1270004" cy="1270002"/>
            </a:xfrm>
            <a:prstGeom prst="roundRect">
              <a:avLst>
                <a:gd name="adj" fmla="val 15000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22775" tIns="22775" rIns="22775" bIns="227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0"/>
                <a:buFont typeface="Arial" panose="020B0604020202020204"/>
                <a:buNone/>
                <a:defRPr/>
              </a:pPr>
              <a:endParaRPr kumimoji="0" sz="229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32" name="Google Shape;1397;p54"/>
            <p:cNvSpPr/>
            <p:nvPr/>
          </p:nvSpPr>
          <p:spPr>
            <a:xfrm>
              <a:off x="13940203" y="10221089"/>
              <a:ext cx="1270003" cy="1270003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rgbClr val="3476DB"/>
                </a:gs>
                <a:gs pos="35000">
                  <a:srgbClr val="3480DB"/>
                </a:gs>
                <a:gs pos="100000">
                  <a:srgbClr val="3887DC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22775" tIns="22775" rIns="22775" bIns="227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0"/>
                <a:buFont typeface="Arial" panose="020B0604020202020204"/>
                <a:buNone/>
                <a:defRPr/>
              </a:pPr>
              <a:endParaRPr kumimoji="0" sz="229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33" name="Google Shape;1398;p54"/>
            <p:cNvSpPr/>
            <p:nvPr/>
          </p:nvSpPr>
          <p:spPr>
            <a:xfrm>
              <a:off x="10288954" y="11152989"/>
              <a:ext cx="1270003" cy="1270003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rgbClr val="3476DB"/>
                </a:gs>
                <a:gs pos="35000">
                  <a:srgbClr val="3480DB"/>
                </a:gs>
                <a:gs pos="100000">
                  <a:srgbClr val="3887DC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22775" tIns="22775" rIns="22775" bIns="227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0"/>
                <a:buFont typeface="Arial" panose="020B0604020202020204"/>
                <a:buNone/>
                <a:defRPr/>
              </a:pPr>
              <a:endParaRPr kumimoji="0" sz="229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34" name="Google Shape;1399;p54"/>
            <p:cNvSpPr/>
            <p:nvPr/>
          </p:nvSpPr>
          <p:spPr>
            <a:xfrm>
              <a:off x="5826474" y="10357647"/>
              <a:ext cx="1270004" cy="1270003"/>
            </a:xfrm>
            <a:prstGeom prst="roundRect">
              <a:avLst>
                <a:gd name="adj" fmla="val 15000"/>
              </a:avLst>
            </a:prstGeom>
            <a:solidFill>
              <a:srgbClr val="7030A0"/>
            </a:solidFill>
            <a:ln>
              <a:noFill/>
            </a:ln>
          </p:spPr>
          <p:txBody>
            <a:bodyPr spcFirstLastPara="1" wrap="square" lIns="22775" tIns="22775" rIns="22775" bIns="227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5"/>
                <a:buFont typeface="Arial" panose="020B0604020202020204"/>
                <a:buNone/>
                <a:defRPr/>
              </a:pPr>
              <a:endParaRPr kumimoji="0" sz="17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pic>
          <p:nvPicPr>
            <p:cNvPr id="35" name="Google Shape;1400;p5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5781383" y="3505930"/>
              <a:ext cx="750584" cy="7271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1401;p54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6702527" y="8517841"/>
              <a:ext cx="777870" cy="8182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1402;p54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14241727" y="10434249"/>
              <a:ext cx="666955" cy="818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1403;p54"/>
            <p:cNvPicPr preferRelativeResize="0"/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10534912" y="11399329"/>
              <a:ext cx="778084" cy="777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1404;p54"/>
            <p:cNvPicPr preferRelativeResize="0"/>
            <p:nvPr/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6142428" y="10602186"/>
              <a:ext cx="777326" cy="77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1405;p54"/>
            <p:cNvPicPr preferRelativeResize="0"/>
            <p:nvPr/>
          </p:nvPicPr>
          <p:blipFill rotWithShape="1">
            <a:blip r:embed="rId8"/>
            <a:srcRect/>
            <a:stretch>
              <a:fillRect/>
            </a:stretch>
          </p:blipFill>
          <p:spPr>
            <a:xfrm>
              <a:off x="16911200" y="5472934"/>
              <a:ext cx="816275" cy="8500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" name="Google Shape;1406;p54"/>
          <p:cNvSpPr/>
          <p:nvPr/>
        </p:nvSpPr>
        <p:spPr>
          <a:xfrm>
            <a:off x="9132011" y="1660359"/>
            <a:ext cx="405078" cy="255955"/>
          </a:xfrm>
          <a:prstGeom prst="rect">
            <a:avLst/>
          </a:prstGeom>
          <a:solidFill>
            <a:srgbClr val="0066C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2" name="Google Shape;1407;p54"/>
          <p:cNvSpPr/>
          <p:nvPr/>
        </p:nvSpPr>
        <p:spPr>
          <a:xfrm>
            <a:off x="9622021" y="1342127"/>
            <a:ext cx="2276686" cy="1000895"/>
          </a:xfrm>
          <a:prstGeom prst="rect">
            <a:avLst/>
          </a:prstGeom>
          <a:solidFill>
            <a:srgbClr val="F2F2F2">
              <a:alpha val="9803"/>
            </a:srgbClr>
          </a:solidFill>
          <a:ln w="9525" cap="flat" cmpd="sng">
            <a:solidFill>
              <a:srgbClr val="0066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2825" tIns="22825" rIns="22825" bIns="228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从供应方注册到淘汰的全生命周期管控；按业务需求逐次管理，防范管控风险；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3" name="Google Shape;1408;p54"/>
          <p:cNvSpPr/>
          <p:nvPr/>
        </p:nvSpPr>
        <p:spPr>
          <a:xfrm>
            <a:off x="9132011" y="2901079"/>
            <a:ext cx="405078" cy="255955"/>
          </a:xfrm>
          <a:prstGeom prst="rect">
            <a:avLst/>
          </a:prstGeom>
          <a:solidFill>
            <a:srgbClr val="0066C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4" name="Google Shape;1409;p54"/>
          <p:cNvSpPr/>
          <p:nvPr/>
        </p:nvSpPr>
        <p:spPr>
          <a:xfrm>
            <a:off x="9622021" y="2597361"/>
            <a:ext cx="2276686" cy="1000895"/>
          </a:xfrm>
          <a:prstGeom prst="rect">
            <a:avLst/>
          </a:prstGeom>
          <a:solidFill>
            <a:srgbClr val="F2F2F2">
              <a:alpha val="9803"/>
            </a:srgbClr>
          </a:solidFill>
          <a:ln w="9525" cap="flat" cmpd="sng">
            <a:solidFill>
              <a:srgbClr val="0066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2825" tIns="22825" rIns="22825" bIns="228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研采协同从设计、到洽谈，在线协同，缩短开发周期，提升寻源准入效率。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5" name="Google Shape;1410;p54"/>
          <p:cNvSpPr/>
          <p:nvPr/>
        </p:nvSpPr>
        <p:spPr>
          <a:xfrm>
            <a:off x="9132012" y="4224673"/>
            <a:ext cx="405078" cy="255955"/>
          </a:xfrm>
          <a:prstGeom prst="rect">
            <a:avLst/>
          </a:prstGeom>
          <a:solidFill>
            <a:srgbClr val="0066C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6" name="Google Shape;1411;p54"/>
          <p:cNvSpPr/>
          <p:nvPr/>
        </p:nvSpPr>
        <p:spPr>
          <a:xfrm>
            <a:off x="9622021" y="3877413"/>
            <a:ext cx="2276686" cy="1000895"/>
          </a:xfrm>
          <a:prstGeom prst="rect">
            <a:avLst/>
          </a:prstGeom>
          <a:solidFill>
            <a:srgbClr val="F2F2F2">
              <a:alpha val="9803"/>
            </a:srgbClr>
          </a:solidFill>
          <a:ln w="9525" cap="flat" cmpd="sng">
            <a:solidFill>
              <a:srgbClr val="0066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2825" tIns="22825" rIns="22825" bIns="228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建立合格供应商管理体系，标准化执行流程、完善供应商主数据治理。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7" name="Google Shape;1412;p54"/>
          <p:cNvSpPr/>
          <p:nvPr/>
        </p:nvSpPr>
        <p:spPr>
          <a:xfrm>
            <a:off x="9132012" y="5502068"/>
            <a:ext cx="405078" cy="255955"/>
          </a:xfrm>
          <a:prstGeom prst="rect">
            <a:avLst/>
          </a:prstGeom>
          <a:solidFill>
            <a:srgbClr val="0066C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8" name="Google Shape;1413;p54"/>
          <p:cNvSpPr/>
          <p:nvPr/>
        </p:nvSpPr>
        <p:spPr>
          <a:xfrm>
            <a:off x="9622022" y="5198350"/>
            <a:ext cx="2276686" cy="1000895"/>
          </a:xfrm>
          <a:prstGeom prst="rect">
            <a:avLst/>
          </a:prstGeom>
          <a:solidFill>
            <a:srgbClr val="F2F2F2">
              <a:alpha val="9803"/>
            </a:srgbClr>
          </a:solidFill>
          <a:ln w="9525" cap="flat" cmpd="sng">
            <a:solidFill>
              <a:srgbClr val="0066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2825" tIns="22825" rIns="22825" bIns="228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建立供应商管理指标库，搭建考评模型，客观数据建模分析，提升供应商的绩效表现，引导供方良性改善。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9" name="Google Shape;1415;p54"/>
          <p:cNvSpPr/>
          <p:nvPr/>
        </p:nvSpPr>
        <p:spPr>
          <a:xfrm>
            <a:off x="3522244" y="2940148"/>
            <a:ext cx="360000" cy="360000"/>
          </a:xfrm>
          <a:prstGeom prst="ellipse">
            <a:avLst/>
          </a:prstGeom>
          <a:solidFill>
            <a:srgbClr val="0066C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0" name="Google Shape;1416;p54"/>
          <p:cNvSpPr/>
          <p:nvPr/>
        </p:nvSpPr>
        <p:spPr>
          <a:xfrm>
            <a:off x="4732049" y="1566809"/>
            <a:ext cx="360000" cy="360000"/>
          </a:xfrm>
          <a:prstGeom prst="ellipse">
            <a:avLst/>
          </a:prstGeom>
          <a:solidFill>
            <a:srgbClr val="0066C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1" name="Google Shape;1417;p54"/>
          <p:cNvSpPr/>
          <p:nvPr/>
        </p:nvSpPr>
        <p:spPr>
          <a:xfrm>
            <a:off x="7448999" y="3654019"/>
            <a:ext cx="360000" cy="360000"/>
          </a:xfrm>
          <a:prstGeom prst="ellipse">
            <a:avLst/>
          </a:prstGeom>
          <a:solidFill>
            <a:srgbClr val="0066C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2" name="Google Shape;1418;p54"/>
          <p:cNvSpPr/>
          <p:nvPr/>
        </p:nvSpPr>
        <p:spPr>
          <a:xfrm>
            <a:off x="4702110" y="5646799"/>
            <a:ext cx="360000" cy="360000"/>
          </a:xfrm>
          <a:prstGeom prst="ellipse">
            <a:avLst/>
          </a:prstGeom>
          <a:solidFill>
            <a:srgbClr val="0066C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S01—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供应商认证生命周期管理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Google Shape;1429;p55"/>
          <p:cNvSpPr txBox="1"/>
          <p:nvPr/>
        </p:nvSpPr>
        <p:spPr>
          <a:xfrm rot="5400000">
            <a:off x="5052427" y="-232739"/>
            <a:ext cx="2581500" cy="1048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825" tIns="46375" rIns="17825" bIns="46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Google Shape;1423;p55"/>
          <p:cNvSpPr/>
          <p:nvPr/>
        </p:nvSpPr>
        <p:spPr>
          <a:xfrm>
            <a:off x="8694827" y="1626443"/>
            <a:ext cx="2925292" cy="4698779"/>
          </a:xfrm>
          <a:prstGeom prst="rect">
            <a:avLst/>
          </a:prstGeom>
          <a:solidFill>
            <a:schemeClr val="accent4">
              <a:lumMod val="50000"/>
              <a:alpha val="49803"/>
            </a:schemeClr>
          </a:solidFill>
          <a:ln>
            <a:noFill/>
          </a:ln>
        </p:spPr>
        <p:txBody>
          <a:bodyPr spcFirstLastPara="1" wrap="square" lIns="89175" tIns="46375" rIns="89175" bIns="463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供应商淘汰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Google Shape;1424;p55"/>
          <p:cNvSpPr/>
          <p:nvPr/>
        </p:nvSpPr>
        <p:spPr>
          <a:xfrm>
            <a:off x="4797654" y="1626443"/>
            <a:ext cx="2585155" cy="4696704"/>
          </a:xfrm>
          <a:prstGeom prst="rect">
            <a:avLst/>
          </a:prstGeom>
          <a:solidFill>
            <a:schemeClr val="accent2">
              <a:lumMod val="60000"/>
              <a:lumOff val="40000"/>
              <a:alpha val="49803"/>
            </a:schemeClr>
          </a:solidFill>
          <a:ln>
            <a:noFill/>
          </a:ln>
        </p:spPr>
        <p:txBody>
          <a:bodyPr spcFirstLastPara="1" wrap="square" lIns="89175" tIns="46375" rIns="89175" bIns="463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altLang="en-US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合格供应商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Google Shape;1425;p55"/>
          <p:cNvSpPr/>
          <p:nvPr/>
        </p:nvSpPr>
        <p:spPr>
          <a:xfrm>
            <a:off x="2780319" y="1627283"/>
            <a:ext cx="1982181" cy="4709157"/>
          </a:xfrm>
          <a:prstGeom prst="rect">
            <a:avLst/>
          </a:prstGeom>
          <a:solidFill>
            <a:srgbClr val="FFFF00">
              <a:alpha val="49803"/>
            </a:srgbClr>
          </a:solidFill>
          <a:ln>
            <a:noFill/>
          </a:ln>
        </p:spPr>
        <p:txBody>
          <a:bodyPr spcFirstLastPara="1" wrap="square" lIns="89175" tIns="46375" rIns="89175" bIns="463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</a:t>
            </a:r>
            <a:r>
              <a:rPr lang="zh-CN" altLang="en-US" sz="11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认证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Google Shape;1426;p55"/>
          <p:cNvSpPr/>
          <p:nvPr/>
        </p:nvSpPr>
        <p:spPr>
          <a:xfrm>
            <a:off x="1072275" y="1626443"/>
            <a:ext cx="1286139" cy="4696704"/>
          </a:xfrm>
          <a:prstGeom prst="rect">
            <a:avLst/>
          </a:prstGeom>
          <a:solidFill>
            <a:srgbClr val="DDEAF6">
              <a:alpha val="49803"/>
            </a:srgbClr>
          </a:solidFill>
          <a:ln>
            <a:noFill/>
          </a:ln>
        </p:spPr>
        <p:txBody>
          <a:bodyPr spcFirstLastPara="1" wrap="square" lIns="89175" tIns="46375" rIns="89175" bIns="463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供应商注册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Google Shape;1427;p55"/>
          <p:cNvSpPr/>
          <p:nvPr/>
        </p:nvSpPr>
        <p:spPr>
          <a:xfrm>
            <a:off x="7389920" y="1625405"/>
            <a:ext cx="1295845" cy="4698779"/>
          </a:xfrm>
          <a:prstGeom prst="rect">
            <a:avLst/>
          </a:prstGeom>
          <a:solidFill>
            <a:schemeClr val="accent2">
              <a:lumMod val="75000"/>
              <a:alpha val="49803"/>
            </a:schemeClr>
          </a:solidFill>
          <a:ln>
            <a:noFill/>
          </a:ln>
        </p:spPr>
        <p:txBody>
          <a:bodyPr spcFirstLastPara="1" wrap="square" lIns="89175" tIns="46375" rIns="89175" bIns="463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绩效评估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Google Shape;1428;p55"/>
          <p:cNvSpPr/>
          <p:nvPr/>
        </p:nvSpPr>
        <p:spPr>
          <a:xfrm>
            <a:off x="1075600" y="3190797"/>
            <a:ext cx="10547231" cy="2642551"/>
          </a:xfrm>
          <a:prstGeom prst="roundRect">
            <a:avLst>
              <a:gd name="adj" fmla="val 3944"/>
            </a:avLst>
          </a:prstGeom>
          <a:solidFill>
            <a:schemeClr val="accent3">
              <a:lumMod val="40000"/>
              <a:lumOff val="60000"/>
              <a:alpha val="29803"/>
            </a:schemeClr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0" name="Google Shape;1430;p55"/>
          <p:cNvCxnSpPr/>
          <p:nvPr/>
        </p:nvCxnSpPr>
        <p:spPr>
          <a:xfrm rot="10800000">
            <a:off x="4091493" y="2803350"/>
            <a:ext cx="0" cy="744962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1" name="Google Shape;1431;p55"/>
          <p:cNvCxnSpPr/>
          <p:nvPr/>
        </p:nvCxnSpPr>
        <p:spPr>
          <a:xfrm rot="10800000">
            <a:off x="4615827" y="2864014"/>
            <a:ext cx="0" cy="628485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12" name="Google Shape;1432;p55"/>
          <p:cNvSpPr/>
          <p:nvPr/>
        </p:nvSpPr>
        <p:spPr>
          <a:xfrm>
            <a:off x="1072275" y="2072949"/>
            <a:ext cx="10544519" cy="1419551"/>
          </a:xfrm>
          <a:prstGeom prst="roundRect">
            <a:avLst>
              <a:gd name="adj" fmla="val 3944"/>
            </a:avLst>
          </a:prstGeom>
          <a:solidFill>
            <a:srgbClr val="2F5496">
              <a:alpha val="20000"/>
            </a:srgbClr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" name="Google Shape;1433;p55"/>
          <p:cNvSpPr txBox="1"/>
          <p:nvPr/>
        </p:nvSpPr>
        <p:spPr>
          <a:xfrm rot="5400000">
            <a:off x="5651143" y="-2473161"/>
            <a:ext cx="1386755" cy="10511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825" tIns="46375" rIns="17825" bIns="46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Google Shape;1434;p55"/>
          <p:cNvSpPr/>
          <p:nvPr/>
        </p:nvSpPr>
        <p:spPr>
          <a:xfrm rot="16200000">
            <a:off x="2107051" y="928438"/>
            <a:ext cx="1620000" cy="366683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6245" y="21600"/>
                </a:lnTo>
                <a:lnTo>
                  <a:pt x="15355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FFFF"/>
          </a:solidFill>
          <a:ln w="25400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" name="Google Shape;1436;p55"/>
          <p:cNvSpPr txBox="1"/>
          <p:nvPr/>
        </p:nvSpPr>
        <p:spPr>
          <a:xfrm>
            <a:off x="2984013" y="2428583"/>
            <a:ext cx="1329169" cy="60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zh-CN" sz="14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潜在供应商</a:t>
            </a:r>
            <a:r>
              <a:rPr lang="zh-CN" altLang="en-US" sz="14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池</a:t>
            </a:r>
            <a:endParaRPr sz="140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Google Shape;1437;p55"/>
          <p:cNvSpPr/>
          <p:nvPr/>
        </p:nvSpPr>
        <p:spPr>
          <a:xfrm>
            <a:off x="1137787" y="4058565"/>
            <a:ext cx="720000" cy="1502290"/>
          </a:xfrm>
          <a:prstGeom prst="chevron">
            <a:avLst>
              <a:gd name="adj" fmla="val 25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企业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信息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初步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审查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Google Shape;1438;p55"/>
          <p:cNvSpPr/>
          <p:nvPr/>
        </p:nvSpPr>
        <p:spPr>
          <a:xfrm>
            <a:off x="1885005" y="4058565"/>
            <a:ext cx="720000" cy="1502290"/>
          </a:xfrm>
          <a:prstGeom prst="chevron">
            <a:avLst>
              <a:gd name="adj" fmla="val 25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企业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信息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审核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Google Shape;1439;p55"/>
          <p:cNvSpPr/>
          <p:nvPr/>
        </p:nvSpPr>
        <p:spPr>
          <a:xfrm>
            <a:off x="4750471" y="2475049"/>
            <a:ext cx="3944355" cy="57245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zh-CN" sz="14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合格供应商池</a:t>
            </a:r>
            <a:endParaRPr sz="140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Google Shape;1440;p55"/>
          <p:cNvSpPr txBox="1"/>
          <p:nvPr/>
        </p:nvSpPr>
        <p:spPr>
          <a:xfrm>
            <a:off x="7554527" y="4153311"/>
            <a:ext cx="958722" cy="27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考核指标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Google Shape;1441;p55"/>
          <p:cNvSpPr txBox="1"/>
          <p:nvPr/>
        </p:nvSpPr>
        <p:spPr>
          <a:xfrm>
            <a:off x="7563791" y="4755947"/>
            <a:ext cx="957392" cy="27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绩效模型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Google Shape;1442;p55"/>
          <p:cNvSpPr txBox="1"/>
          <p:nvPr/>
        </p:nvSpPr>
        <p:spPr>
          <a:xfrm>
            <a:off x="6587053" y="4337969"/>
            <a:ext cx="794229" cy="27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货源清单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Google Shape;1444;p55"/>
          <p:cNvSpPr/>
          <p:nvPr/>
        </p:nvSpPr>
        <p:spPr>
          <a:xfrm>
            <a:off x="399688" y="734698"/>
            <a:ext cx="11392623" cy="5690105"/>
          </a:xfrm>
          <a:prstGeom prst="rect">
            <a:avLst/>
          </a:prstGeom>
          <a:noFill/>
          <a:ln w="2857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endParaRPr sz="1190" b="0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Google Shape;1449;p55"/>
          <p:cNvSpPr/>
          <p:nvPr/>
        </p:nvSpPr>
        <p:spPr>
          <a:xfrm>
            <a:off x="5255724" y="4337968"/>
            <a:ext cx="1412829" cy="27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供货实体+品类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" name="Google Shape;1450;p55"/>
          <p:cNvSpPr txBox="1"/>
          <p:nvPr/>
        </p:nvSpPr>
        <p:spPr>
          <a:xfrm>
            <a:off x="8749904" y="5288120"/>
            <a:ext cx="838676" cy="27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财务冻结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Google Shape;1452;p55"/>
          <p:cNvSpPr txBox="1"/>
          <p:nvPr/>
        </p:nvSpPr>
        <p:spPr>
          <a:xfrm>
            <a:off x="8749904" y="4337968"/>
            <a:ext cx="838676" cy="27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采购冻结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" name="Google Shape;1453;p55"/>
          <p:cNvSpPr/>
          <p:nvPr/>
        </p:nvSpPr>
        <p:spPr>
          <a:xfrm>
            <a:off x="2767910" y="5857468"/>
            <a:ext cx="1199808" cy="3051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供应商准入审核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7" name="Google Shape;1454;p55"/>
          <p:cNvSpPr/>
          <p:nvPr/>
        </p:nvSpPr>
        <p:spPr>
          <a:xfrm>
            <a:off x="5397650" y="5288120"/>
            <a:ext cx="1073918" cy="459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合作持续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追踪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8" name="Google Shape;1455;p55"/>
          <p:cNvSpPr/>
          <p:nvPr/>
        </p:nvSpPr>
        <p:spPr>
          <a:xfrm>
            <a:off x="1075600" y="5857468"/>
            <a:ext cx="1086031" cy="3051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供应商报名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Google Shape;1456;p55"/>
          <p:cNvSpPr/>
          <p:nvPr/>
        </p:nvSpPr>
        <p:spPr>
          <a:xfrm>
            <a:off x="3922779" y="5857468"/>
            <a:ext cx="731142" cy="3051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建档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Google Shape;1457;p55"/>
          <p:cNvSpPr txBox="1"/>
          <p:nvPr/>
        </p:nvSpPr>
        <p:spPr>
          <a:xfrm>
            <a:off x="7563791" y="5288120"/>
            <a:ext cx="957392" cy="459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绩效评估与改进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1" name="Google Shape;1458;p55"/>
          <p:cNvSpPr txBox="1"/>
          <p:nvPr/>
        </p:nvSpPr>
        <p:spPr>
          <a:xfrm>
            <a:off x="10735182" y="5298992"/>
            <a:ext cx="838676" cy="64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拉黑管理&amp;处罚机制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" name="Google Shape;1459;p55"/>
          <p:cNvSpPr/>
          <p:nvPr/>
        </p:nvSpPr>
        <p:spPr>
          <a:xfrm>
            <a:off x="8699853" y="2563274"/>
            <a:ext cx="1745599" cy="3960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zh-CN" sz="14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淘汰供应商</a:t>
            </a:r>
            <a:endParaRPr sz="140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3" name="Google Shape;1460;p55"/>
          <p:cNvSpPr txBox="1"/>
          <p:nvPr/>
        </p:nvSpPr>
        <p:spPr>
          <a:xfrm>
            <a:off x="9719613" y="5288120"/>
            <a:ext cx="948741" cy="27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供应商退出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4" name="Google Shape;1461;p55"/>
          <p:cNvSpPr/>
          <p:nvPr/>
        </p:nvSpPr>
        <p:spPr>
          <a:xfrm>
            <a:off x="10448211" y="2581274"/>
            <a:ext cx="1134478" cy="3600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zh-CN" sz="14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黑名单</a:t>
            </a:r>
            <a:endParaRPr sz="140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" name="Google Shape;1462;p55"/>
          <p:cNvSpPr/>
          <p:nvPr/>
        </p:nvSpPr>
        <p:spPr>
          <a:xfrm>
            <a:off x="4008396" y="4058565"/>
            <a:ext cx="720000" cy="1502290"/>
          </a:xfrm>
          <a:prstGeom prst="chevron">
            <a:avLst>
              <a:gd name="adj" fmla="val 25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altLang="en-US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样品认证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6" name="Google Shape;1463;p55"/>
          <p:cNvSpPr/>
          <p:nvPr/>
        </p:nvSpPr>
        <p:spPr>
          <a:xfrm>
            <a:off x="2788307" y="4058565"/>
            <a:ext cx="720000" cy="1502290"/>
          </a:xfrm>
          <a:prstGeom prst="chevron">
            <a:avLst>
              <a:gd name="adj" fmla="val 25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altLang="en-US" sz="11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调查问卷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7" name="Google Shape;1464;p55"/>
          <p:cNvSpPr/>
          <p:nvPr/>
        </p:nvSpPr>
        <p:spPr>
          <a:xfrm>
            <a:off x="3413578" y="4058565"/>
            <a:ext cx="720000" cy="1502290"/>
          </a:xfrm>
          <a:prstGeom prst="chevron">
            <a:avLst>
              <a:gd name="adj" fmla="val 25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altLang="en-US" sz="11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资质审核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8" name="Google Shape;1465;p55"/>
          <p:cNvSpPr txBox="1"/>
          <p:nvPr/>
        </p:nvSpPr>
        <p:spPr>
          <a:xfrm>
            <a:off x="10737261" y="4337968"/>
            <a:ext cx="838676" cy="64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黑名单管理原则和机制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9" name="Google Shape;1466;p55"/>
          <p:cNvSpPr txBox="1"/>
          <p:nvPr/>
        </p:nvSpPr>
        <p:spPr>
          <a:xfrm>
            <a:off x="9732313" y="4337968"/>
            <a:ext cx="948742" cy="27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供应商冻结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0" name="Google Shape;1467;p55"/>
          <p:cNvSpPr/>
          <p:nvPr/>
        </p:nvSpPr>
        <p:spPr>
          <a:xfrm>
            <a:off x="4667071" y="3955940"/>
            <a:ext cx="792000" cy="648000"/>
          </a:xfrm>
          <a:prstGeom prst="rightArrow">
            <a:avLst>
              <a:gd name="adj1" fmla="val 63982"/>
              <a:gd name="adj2" fmla="val 29026"/>
            </a:avLst>
          </a:prstGeom>
          <a:solidFill>
            <a:srgbClr val="C55A11"/>
          </a:solidFill>
          <a:ln w="25400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 panose="020B0604020202020204"/>
              <a:buNone/>
            </a:pPr>
            <a:r>
              <a:rPr lang="zh-CN" sz="1200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合格</a:t>
            </a:r>
            <a:endParaRPr sz="1200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 panose="020B0604020202020204"/>
              <a:buNone/>
            </a:pPr>
            <a:r>
              <a:rPr lang="zh-CN" sz="1200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</a:t>
            </a:r>
            <a:endParaRPr sz="1200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" name="Google Shape;1468;p55"/>
          <p:cNvSpPr/>
          <p:nvPr/>
        </p:nvSpPr>
        <p:spPr>
          <a:xfrm>
            <a:off x="4692471" y="5149859"/>
            <a:ext cx="792000" cy="648000"/>
          </a:xfrm>
          <a:prstGeom prst="rightArrow">
            <a:avLst>
              <a:gd name="adj1" fmla="val 63983"/>
              <a:gd name="adj2" fmla="val 31357"/>
            </a:avLst>
          </a:prstGeom>
          <a:solidFill>
            <a:srgbClr val="C55A11"/>
          </a:solidFill>
          <a:ln w="25400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600" tIns="22800" rIns="45600" bIns="22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5"/>
              <a:buFont typeface="Arial" panose="020B0604020202020204"/>
              <a:buNone/>
            </a:pPr>
            <a:r>
              <a:rPr lang="zh-CN" sz="1195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供应商分类</a:t>
            </a:r>
            <a:endParaRPr sz="1195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2" name="Google Shape;1469;p55"/>
          <p:cNvSpPr txBox="1"/>
          <p:nvPr/>
        </p:nvSpPr>
        <p:spPr>
          <a:xfrm>
            <a:off x="6446186" y="5288120"/>
            <a:ext cx="949224" cy="459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sz="119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供应商分级动态管理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3" name="Google Shape;1471;p55"/>
          <p:cNvSpPr txBox="1"/>
          <p:nvPr/>
        </p:nvSpPr>
        <p:spPr>
          <a:xfrm>
            <a:off x="1069564" y="2371249"/>
            <a:ext cx="1267016" cy="72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zh-CN" altLang="en-US"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注册</a:t>
            </a:r>
            <a:r>
              <a:rPr lang="zh-CN" sz="14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供应商池</a:t>
            </a:r>
            <a:endParaRPr sz="140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4" name="圆角矩形 22"/>
          <p:cNvSpPr/>
          <p:nvPr/>
        </p:nvSpPr>
        <p:spPr>
          <a:xfrm flipH="1">
            <a:off x="483919" y="1935200"/>
            <a:ext cx="413938" cy="157470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0"/>
              <a:buFont typeface="Arial" panose="020B0604020202020204"/>
              <a:buNone/>
            </a:pP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供应商资源池</a:t>
            </a:r>
            <a:endParaRPr lang="zh-CN" altLang="en-US" sz="1200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5" name="圆角矩形 22"/>
          <p:cNvSpPr/>
          <p:nvPr/>
        </p:nvSpPr>
        <p:spPr>
          <a:xfrm flipH="1">
            <a:off x="483918" y="3855272"/>
            <a:ext cx="413938" cy="193399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0"/>
              <a:buFont typeface="Arial" panose="020B0604020202020204"/>
              <a:buNone/>
            </a:pPr>
            <a:r>
              <a:rPr lang="zh-CN" altLang="en-US" sz="1200" b="1" i="0" u="none" strike="noStrike" cap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供应商管理</a:t>
            </a:r>
            <a:endParaRPr lang="zh-CN" altLang="en-US" sz="1200" b="1" i="0" u="none" strike="noStrike" cap="non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6" name="箭头: 五边形 45"/>
          <p:cNvSpPr/>
          <p:nvPr/>
        </p:nvSpPr>
        <p:spPr>
          <a:xfrm>
            <a:off x="2880177" y="981024"/>
            <a:ext cx="8702511" cy="484632"/>
          </a:xfrm>
          <a:prstGeom prst="homePlate">
            <a:avLst/>
          </a:prstGeom>
          <a:solidFill>
            <a:srgbClr val="F59E1D"/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产业供应商管理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7" name="箭头: 五边形 46"/>
          <p:cNvSpPr/>
          <p:nvPr/>
        </p:nvSpPr>
        <p:spPr>
          <a:xfrm>
            <a:off x="623618" y="981024"/>
            <a:ext cx="2186636" cy="484632"/>
          </a:xfrm>
          <a:prstGeom prst="homePlate">
            <a:avLst/>
          </a:prstGeom>
          <a:solidFill>
            <a:srgbClr val="F59E1D"/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</a:pPr>
            <a:r>
              <a:rPr lang="zh-CN" altLang="en-US" sz="2000" b="1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集团供应商资源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8" name="箭头: 五边形 47"/>
          <p:cNvSpPr/>
          <p:nvPr/>
        </p:nvSpPr>
        <p:spPr>
          <a:xfrm>
            <a:off x="2983383" y="981024"/>
            <a:ext cx="8599305" cy="484632"/>
          </a:xfrm>
          <a:prstGeom prst="homePlate">
            <a:avLst/>
          </a:prstGeom>
          <a:solidFill>
            <a:srgbClr val="F59E1D"/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产业供应商管理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9" name="Google Shape;1442;p55"/>
          <p:cNvSpPr txBox="1"/>
          <p:nvPr/>
        </p:nvSpPr>
        <p:spPr>
          <a:xfrm>
            <a:off x="6586154" y="4635608"/>
            <a:ext cx="793436" cy="27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 panose="020B0604020202020204"/>
              <a:buNone/>
            </a:pPr>
            <a:r>
              <a:rPr lang="zh-CN" altLang="en-US" sz="11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份额配比</a:t>
            </a:r>
            <a:endParaRPr sz="1190" b="1" i="0" u="none" strike="noStrike" cap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S01—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供应商认证流程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Google Shape;1476;p56"/>
          <p:cNvSpPr/>
          <p:nvPr/>
        </p:nvSpPr>
        <p:spPr>
          <a:xfrm>
            <a:off x="295167" y="742058"/>
            <a:ext cx="11619477" cy="4698115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200" b="1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Google Shape;1477;p56"/>
          <p:cNvSpPr/>
          <p:nvPr/>
        </p:nvSpPr>
        <p:spPr>
          <a:xfrm>
            <a:off x="295168" y="5507977"/>
            <a:ext cx="11619477" cy="872698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200" b="1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Google Shape;1478;p56"/>
          <p:cNvSpPr/>
          <p:nvPr/>
        </p:nvSpPr>
        <p:spPr>
          <a:xfrm>
            <a:off x="332405" y="5538421"/>
            <a:ext cx="1213088" cy="827639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方案要点</a:t>
            </a:r>
            <a:endParaRPr kumimoji="0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Google Shape;1480;p56"/>
          <p:cNvSpPr txBox="1"/>
          <p:nvPr/>
        </p:nvSpPr>
        <p:spPr>
          <a:xfrm>
            <a:off x="1545493" y="5510723"/>
            <a:ext cx="10369152" cy="85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noAutofit/>
          </a:bodyPr>
          <a:lstStyle/>
          <a:p>
            <a:pPr marL="228600" indent="-228600">
              <a:buClr>
                <a:srgbClr val="C00000"/>
              </a:buClr>
              <a:buSzPts val="1200"/>
              <a:buFont typeface="Arial" panose="020B0604020202020204"/>
              <a:buAutoNum type="arabicPeriod"/>
            </a:pPr>
            <a:r>
              <a:rPr lang="zh-CN" altLang="en-US" sz="12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建立集团供应商共享平台，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最大化利用集团供应商资源，提高寻找及引入供应商效率；</a:t>
            </a:r>
            <a:endParaRPr kumimoji="0" lang="en-US" altLang="zh-C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 panose="020B0604020202020204"/>
              <a:buAutoNum type="arabicPeriod"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注册时填写基本信息，引入时根据产业填写调查问卷（详细信息、资质证书、环保信息等）；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 panose="020B0604020202020204"/>
              <a:buAutoNum type="arabicPeriod"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供应商引入时，可以根据需要，灵活选择供应商引入流程；</a:t>
            </a:r>
            <a:endParaRPr kumimoji="0" lang="en-US" altLang="zh-C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indent="-228600">
              <a:buClr>
                <a:srgbClr val="C00000"/>
              </a:buClr>
              <a:buSzPts val="1200"/>
              <a:buFont typeface="Arial" panose="020B0604020202020204"/>
              <a:buAutoNum type="arabicPeriod"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相关资质证书、报告的到期预警提醒；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Google Shape;1481;p56"/>
          <p:cNvSpPr/>
          <p:nvPr/>
        </p:nvSpPr>
        <p:spPr>
          <a:xfrm>
            <a:off x="324940" y="878121"/>
            <a:ext cx="1488000" cy="270443"/>
          </a:xfrm>
          <a:prstGeom prst="homePlate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300"/>
              <a:buFont typeface="Noto Sans Symbols"/>
              <a:buNone/>
              <a:defRPr/>
            </a:pPr>
            <a:r>
              <a:rPr lang="zh-CN" altLang="en-US" sz="13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</a:t>
            </a:r>
            <a:r>
              <a:rPr kumimoji="0" lang="zh-CN" altLang="en-US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注册</a:t>
            </a:r>
            <a:endParaRPr kumimoji="0" sz="13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Google Shape;1482;p56"/>
          <p:cNvSpPr/>
          <p:nvPr/>
        </p:nvSpPr>
        <p:spPr>
          <a:xfrm>
            <a:off x="1838501" y="878121"/>
            <a:ext cx="3283953" cy="270443"/>
          </a:xfrm>
          <a:prstGeom prst="homePlate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300"/>
              <a:buFont typeface="Noto Sans Symbols"/>
              <a:buNone/>
              <a:defRPr/>
            </a:pPr>
            <a:r>
              <a:rPr kumimoji="0" lang="zh-CN" altLang="en-US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资格认证过程</a:t>
            </a:r>
            <a:endParaRPr kumimoji="0" sz="13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Google Shape;1483;p56"/>
          <p:cNvSpPr/>
          <p:nvPr/>
        </p:nvSpPr>
        <p:spPr>
          <a:xfrm>
            <a:off x="5145672" y="871197"/>
            <a:ext cx="5038341" cy="283130"/>
          </a:xfrm>
          <a:prstGeom prst="homePlate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300"/>
              <a:buFont typeface="Noto Sans Symbols"/>
              <a:buNone/>
              <a:defRPr/>
            </a:pPr>
            <a:r>
              <a:rPr kumimoji="0" lang="zh-CN" altLang="en-US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合格管理</a:t>
            </a:r>
            <a:endParaRPr kumimoji="0" sz="13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Google Shape;1484;p56"/>
          <p:cNvSpPr/>
          <p:nvPr/>
        </p:nvSpPr>
        <p:spPr>
          <a:xfrm>
            <a:off x="10200931" y="870377"/>
            <a:ext cx="1615517" cy="270443"/>
          </a:xfrm>
          <a:prstGeom prst="homePlate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300"/>
              <a:buFont typeface="Noto Sans Symbols"/>
              <a:buNone/>
              <a:defRPr/>
            </a:pPr>
            <a:r>
              <a:rPr kumimoji="0" lang="zh-CN" altLang="en-US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退出管理</a:t>
            </a:r>
            <a:endParaRPr kumimoji="0" sz="13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Google Shape;1485;p56"/>
          <p:cNvSpPr/>
          <p:nvPr/>
        </p:nvSpPr>
        <p:spPr>
          <a:xfrm>
            <a:off x="551533" y="2564858"/>
            <a:ext cx="864000" cy="360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注册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Google Shape;1486;p56"/>
          <p:cNvSpPr/>
          <p:nvPr/>
        </p:nvSpPr>
        <p:spPr>
          <a:xfrm>
            <a:off x="1999437" y="1694020"/>
            <a:ext cx="864000" cy="360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调查问卷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Google Shape;1487;p56"/>
          <p:cNvSpPr/>
          <p:nvPr/>
        </p:nvSpPr>
        <p:spPr>
          <a:xfrm>
            <a:off x="3624960" y="1680622"/>
            <a:ext cx="864000" cy="360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认证策略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Google Shape;1488;p56"/>
          <p:cNvSpPr/>
          <p:nvPr/>
        </p:nvSpPr>
        <p:spPr>
          <a:xfrm flipH="1">
            <a:off x="564595" y="4971876"/>
            <a:ext cx="11312595" cy="405664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Google Shape;1490;p56"/>
          <p:cNvSpPr/>
          <p:nvPr/>
        </p:nvSpPr>
        <p:spPr>
          <a:xfrm>
            <a:off x="5145672" y="5040535"/>
            <a:ext cx="4923287" cy="29012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合格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Google Shape;1491;p56"/>
          <p:cNvSpPr/>
          <p:nvPr/>
        </p:nvSpPr>
        <p:spPr>
          <a:xfrm>
            <a:off x="10217937" y="5043361"/>
            <a:ext cx="1584000" cy="29072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退出</a:t>
            </a: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黑名单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Google Shape;1492;p56"/>
          <p:cNvSpPr/>
          <p:nvPr/>
        </p:nvSpPr>
        <p:spPr>
          <a:xfrm>
            <a:off x="9028908" y="1477220"/>
            <a:ext cx="864000" cy="360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供应商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改善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8" name="Google Shape;1493;p56"/>
          <p:cNvCxnSpPr>
            <a:stCxn id="56" idx="3"/>
            <a:endCxn id="17" idx="1"/>
          </p:cNvCxnSpPr>
          <p:nvPr/>
        </p:nvCxnSpPr>
        <p:spPr>
          <a:xfrm>
            <a:off x="8642168" y="1656311"/>
            <a:ext cx="386740" cy="1204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19" name="Google Shape;1495;p56"/>
          <p:cNvSpPr/>
          <p:nvPr/>
        </p:nvSpPr>
        <p:spPr>
          <a:xfrm>
            <a:off x="10671115" y="1477218"/>
            <a:ext cx="864000" cy="360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供应商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退出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Google Shape;1497;p56"/>
          <p:cNvSpPr/>
          <p:nvPr/>
        </p:nvSpPr>
        <p:spPr>
          <a:xfrm flipH="1">
            <a:off x="302924" y="4978521"/>
            <a:ext cx="576000" cy="405664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供方状态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21" name="Google Shape;1498;p56"/>
          <p:cNvCxnSpPr>
            <a:stCxn id="17" idx="3"/>
            <a:endCxn id="19" idx="1"/>
          </p:cNvCxnSpPr>
          <p:nvPr/>
        </p:nvCxnSpPr>
        <p:spPr>
          <a:xfrm flipV="1">
            <a:off x="9892908" y="1657513"/>
            <a:ext cx="778207" cy="2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2" name="Google Shape;1499;p56"/>
          <p:cNvSpPr txBox="1"/>
          <p:nvPr/>
        </p:nvSpPr>
        <p:spPr>
          <a:xfrm>
            <a:off x="9086985" y="4253379"/>
            <a:ext cx="810613" cy="59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975" tIns="60950" rIns="121900" bIns="6095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整改完成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恢复资质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Google Shape;1500;p56"/>
          <p:cNvSpPr txBox="1"/>
          <p:nvPr/>
        </p:nvSpPr>
        <p:spPr>
          <a:xfrm>
            <a:off x="10697164" y="1107585"/>
            <a:ext cx="810613" cy="3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975" tIns="60950" rIns="121900" bIns="6095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整改无效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" name="Google Shape;1501;p56"/>
          <p:cNvSpPr/>
          <p:nvPr/>
        </p:nvSpPr>
        <p:spPr>
          <a:xfrm>
            <a:off x="546356" y="3481182"/>
            <a:ext cx="864000" cy="360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快速认证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Google Shape;1502;p56"/>
          <p:cNvSpPr/>
          <p:nvPr/>
        </p:nvSpPr>
        <p:spPr>
          <a:xfrm>
            <a:off x="5325667" y="2564858"/>
            <a:ext cx="864000" cy="360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供方合格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" name="Google Shape;1503;p56"/>
          <p:cNvSpPr txBox="1"/>
          <p:nvPr/>
        </p:nvSpPr>
        <p:spPr>
          <a:xfrm>
            <a:off x="2023188" y="4265418"/>
            <a:ext cx="1037040" cy="59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975" tIns="60950" rIns="121900" bIns="6095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廉政协议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保密协议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7" name="Google Shape;1504;p56"/>
          <p:cNvSpPr/>
          <p:nvPr/>
        </p:nvSpPr>
        <p:spPr>
          <a:xfrm>
            <a:off x="3622248" y="3497673"/>
            <a:ext cx="864000" cy="360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样品认证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28" name="Google Shape;1505;p56"/>
          <p:cNvCxnSpPr>
            <a:stCxn id="27" idx="3"/>
            <a:endCxn id="25" idx="2"/>
          </p:cNvCxnSpPr>
          <p:nvPr/>
        </p:nvCxnSpPr>
        <p:spPr>
          <a:xfrm flipV="1">
            <a:off x="4486248" y="2925448"/>
            <a:ext cx="1271419" cy="752520"/>
          </a:xfrm>
          <a:prstGeom prst="bentConnector2">
            <a:avLst/>
          </a:prstGeom>
          <a:noFill/>
          <a:ln w="9525" cap="flat" cmpd="sng">
            <a:solidFill>
              <a:srgbClr val="002060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29" name="Google Shape;1506;p56"/>
          <p:cNvSpPr/>
          <p:nvPr/>
        </p:nvSpPr>
        <p:spPr>
          <a:xfrm>
            <a:off x="6504116" y="2490576"/>
            <a:ext cx="840107" cy="519028"/>
          </a:xfrm>
          <a:prstGeom prst="can">
            <a:avLst>
              <a:gd name="adj" fmla="val 2500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合格供应商库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30" name="Google Shape;1507;p56"/>
          <p:cNvCxnSpPr>
            <a:stCxn id="25" idx="3"/>
            <a:endCxn id="29" idx="2"/>
          </p:cNvCxnSpPr>
          <p:nvPr/>
        </p:nvCxnSpPr>
        <p:spPr>
          <a:xfrm>
            <a:off x="6189667" y="2745153"/>
            <a:ext cx="314449" cy="4937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31" name="Google Shape;1509;p56"/>
          <p:cNvSpPr txBox="1"/>
          <p:nvPr/>
        </p:nvSpPr>
        <p:spPr>
          <a:xfrm>
            <a:off x="8091452" y="5513848"/>
            <a:ext cx="3860430" cy="7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+mj-lt"/>
              <a:buAutoNum type="arabicPeriod" startAt="5"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关键类物料供货份额与品类供货份额管控；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+mj-lt"/>
              <a:buAutoNum type="arabicPeriod" startAt="5"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分阶段管控供应商的采购、收货、支付属性；</a:t>
            </a:r>
            <a:endParaRPr kumimoji="0" lang="en-US" altLang="zh-C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+mj-lt"/>
              <a:buAutoNum type="arabicPeriod" startAt="5"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绩效考评，集成多系统数据评分</a:t>
            </a:r>
            <a:r>
              <a:rPr lang="zh-CN" altLang="en-US" sz="12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；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" name="Google Shape;1510;p56"/>
          <p:cNvSpPr/>
          <p:nvPr/>
        </p:nvSpPr>
        <p:spPr>
          <a:xfrm>
            <a:off x="10670987" y="2231478"/>
            <a:ext cx="864000" cy="360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黑名单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管理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33" name="Google Shape;1511;p56"/>
          <p:cNvCxnSpPr>
            <a:stCxn id="19" idx="2"/>
            <a:endCxn id="32" idx="0"/>
          </p:cNvCxnSpPr>
          <p:nvPr/>
        </p:nvCxnSpPr>
        <p:spPr>
          <a:xfrm flipH="1">
            <a:off x="11102987" y="1837808"/>
            <a:ext cx="128" cy="393670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34" name="Google Shape;1512;p56"/>
          <p:cNvSpPr txBox="1"/>
          <p:nvPr/>
        </p:nvSpPr>
        <p:spPr>
          <a:xfrm>
            <a:off x="9055470" y="1098329"/>
            <a:ext cx="810613" cy="3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975" tIns="60950" rIns="121900" bIns="6095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要求整改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" name="Google Shape;1513;p56"/>
          <p:cNvSpPr txBox="1"/>
          <p:nvPr/>
        </p:nvSpPr>
        <p:spPr>
          <a:xfrm>
            <a:off x="6531373" y="4272960"/>
            <a:ext cx="1424544" cy="59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975" tIns="60950" rIns="121900" bIns="6095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确定供应商类型及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供货目录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6" name="Google Shape;1514;p56"/>
          <p:cNvSpPr txBox="1"/>
          <p:nvPr/>
        </p:nvSpPr>
        <p:spPr>
          <a:xfrm>
            <a:off x="10619732" y="4251523"/>
            <a:ext cx="1066505" cy="59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975" tIns="60950" rIns="121900" bIns="6095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调整供应商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</a:t>
            </a:r>
            <a:r>
              <a:rPr lang="zh-CN" altLang="en-US" sz="11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供货份额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7" name="Google Shape;1515;p56"/>
          <p:cNvSpPr/>
          <p:nvPr/>
        </p:nvSpPr>
        <p:spPr>
          <a:xfrm>
            <a:off x="1857556" y="5053344"/>
            <a:ext cx="2990157" cy="26384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潜在供应商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8" name="Google Shape;1516;p56"/>
          <p:cNvSpPr/>
          <p:nvPr/>
        </p:nvSpPr>
        <p:spPr>
          <a:xfrm>
            <a:off x="917481" y="5046744"/>
            <a:ext cx="790004" cy="27044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注册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39" name="Google Shape;1517;p56"/>
          <p:cNvCxnSpPr/>
          <p:nvPr/>
        </p:nvCxnSpPr>
        <p:spPr>
          <a:xfrm>
            <a:off x="1776514" y="1422073"/>
            <a:ext cx="1" cy="3882997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0" name="Google Shape;1518;p56"/>
          <p:cNvCxnSpPr/>
          <p:nvPr/>
        </p:nvCxnSpPr>
        <p:spPr>
          <a:xfrm flipH="1">
            <a:off x="4996693" y="1440544"/>
            <a:ext cx="1" cy="3831270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1" name="Google Shape;1519;p56"/>
          <p:cNvSpPr/>
          <p:nvPr/>
        </p:nvSpPr>
        <p:spPr>
          <a:xfrm>
            <a:off x="2002215" y="2564858"/>
            <a:ext cx="864000" cy="360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流程选择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2" name="Google Shape;1520;p56"/>
          <p:cNvCxnSpPr>
            <a:stCxn id="12" idx="2"/>
            <a:endCxn id="41" idx="0"/>
          </p:cNvCxnSpPr>
          <p:nvPr/>
        </p:nvCxnSpPr>
        <p:spPr>
          <a:xfrm>
            <a:off x="2431437" y="2054610"/>
            <a:ext cx="2778" cy="510248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43" name="Google Shape;1521;p56"/>
          <p:cNvCxnSpPr>
            <a:stCxn id="24" idx="2"/>
            <a:endCxn id="29" idx="3"/>
          </p:cNvCxnSpPr>
          <p:nvPr/>
        </p:nvCxnSpPr>
        <p:spPr>
          <a:xfrm rot="5400000" flipH="1" flipV="1">
            <a:off x="3535179" y="452781"/>
            <a:ext cx="832168" cy="5945814"/>
          </a:xfrm>
          <a:prstGeom prst="bentConnector3">
            <a:avLst>
              <a:gd name="adj1" fmla="val -27470"/>
            </a:avLst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4" name="Google Shape;1522;p56"/>
          <p:cNvSpPr/>
          <p:nvPr/>
        </p:nvSpPr>
        <p:spPr>
          <a:xfrm>
            <a:off x="2002215" y="3476602"/>
            <a:ext cx="864000" cy="360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认证小组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5" name="Google Shape;1523;p56"/>
          <p:cNvCxnSpPr>
            <a:stCxn id="41" idx="2"/>
            <a:endCxn id="44" idx="0"/>
          </p:cNvCxnSpPr>
          <p:nvPr/>
        </p:nvCxnSpPr>
        <p:spPr>
          <a:xfrm>
            <a:off x="2434215" y="2925448"/>
            <a:ext cx="0" cy="551154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6" name="Google Shape;1524;p56"/>
          <p:cNvCxnSpPr>
            <a:stCxn id="44" idx="3"/>
            <a:endCxn id="13" idx="1"/>
          </p:cNvCxnSpPr>
          <p:nvPr/>
        </p:nvCxnSpPr>
        <p:spPr>
          <a:xfrm flipV="1">
            <a:off x="2866215" y="1860917"/>
            <a:ext cx="758745" cy="179598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7" name="Google Shape;1528;p56"/>
          <p:cNvSpPr txBox="1"/>
          <p:nvPr/>
        </p:nvSpPr>
        <p:spPr>
          <a:xfrm>
            <a:off x="332405" y="4138319"/>
            <a:ext cx="1302733" cy="830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975" tIns="60950" rIns="121900" bIns="6095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综合服务</a:t>
            </a:r>
            <a:endParaRPr kumimoji="0" sz="11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快速</a:t>
            </a:r>
            <a:r>
              <a:rPr lang="zh-CN" altLang="en-US" sz="11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认证</a:t>
            </a:r>
            <a:r>
              <a:rPr kumimoji="0" lang="zh-CN" altLang="en-US" sz="11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通道</a:t>
            </a:r>
            <a:endParaRPr kumimoji="0" sz="11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供应商基础信息</a:t>
            </a:r>
            <a:endParaRPr kumimoji="0" sz="11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8" name="Google Shape;1530;p56"/>
          <p:cNvSpPr/>
          <p:nvPr/>
        </p:nvSpPr>
        <p:spPr>
          <a:xfrm>
            <a:off x="3624960" y="2564858"/>
            <a:ext cx="864000" cy="360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现场考察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49" name="Google Shape;1532;p56"/>
          <p:cNvCxnSpPr>
            <a:stCxn id="13" idx="2"/>
            <a:endCxn id="48" idx="0"/>
          </p:cNvCxnSpPr>
          <p:nvPr/>
        </p:nvCxnSpPr>
        <p:spPr>
          <a:xfrm>
            <a:off x="4056960" y="2041212"/>
            <a:ext cx="0" cy="523646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0" name="Google Shape;1534;p56"/>
          <p:cNvCxnSpPr>
            <a:endCxn id="56" idx="2"/>
          </p:cNvCxnSpPr>
          <p:nvPr/>
        </p:nvCxnSpPr>
        <p:spPr>
          <a:xfrm flipV="1">
            <a:off x="8210168" y="1836606"/>
            <a:ext cx="0" cy="864300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1" name="Google Shape;1535;p56"/>
          <p:cNvCxnSpPr>
            <a:stCxn id="60" idx="3"/>
            <a:endCxn id="19" idx="1"/>
          </p:cNvCxnSpPr>
          <p:nvPr/>
        </p:nvCxnSpPr>
        <p:spPr>
          <a:xfrm flipV="1">
            <a:off x="8660168" y="1657513"/>
            <a:ext cx="2010947" cy="1087799"/>
          </a:xfrm>
          <a:prstGeom prst="bentConnector3">
            <a:avLst>
              <a:gd name="adj1" fmla="val 70392"/>
            </a:avLst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2" name="Google Shape;1537;p56"/>
          <p:cNvSpPr txBox="1"/>
          <p:nvPr/>
        </p:nvSpPr>
        <p:spPr>
          <a:xfrm>
            <a:off x="9056210" y="2707359"/>
            <a:ext cx="810613" cy="3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975" tIns="60950" rIns="121900" bIns="6095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直接</a:t>
            </a: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EOL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3" name="Google Shape;1538;p56"/>
          <p:cNvSpPr txBox="1"/>
          <p:nvPr/>
        </p:nvSpPr>
        <p:spPr>
          <a:xfrm>
            <a:off x="4823405" y="4140389"/>
            <a:ext cx="1483759" cy="830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975" tIns="60950" rIns="121900" bIns="6095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附件归档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供应商主数据发布</a:t>
            </a: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财务审批</a:t>
            </a:r>
            <a:endParaRPr kumimoji="0" lang="zh-CN" altLang="en-US" sz="1100" b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4" name="Google Shape;1539;p56"/>
          <p:cNvSpPr txBox="1"/>
          <p:nvPr/>
        </p:nvSpPr>
        <p:spPr>
          <a:xfrm>
            <a:off x="3520650" y="4272831"/>
            <a:ext cx="1086571" cy="59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975" tIns="60950" rIns="121900" bIns="6095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供应商审核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评审小组评分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55" name="Google Shape;1540;p56"/>
          <p:cNvCxnSpPr>
            <a:stCxn id="60" idx="2"/>
            <a:endCxn id="61" idx="0"/>
          </p:cNvCxnSpPr>
          <p:nvPr/>
        </p:nvCxnSpPr>
        <p:spPr>
          <a:xfrm>
            <a:off x="8210168" y="2931241"/>
            <a:ext cx="0" cy="593172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6" name="Google Shape;1494;p56"/>
          <p:cNvSpPr/>
          <p:nvPr/>
        </p:nvSpPr>
        <p:spPr>
          <a:xfrm>
            <a:off x="7778168" y="1476016"/>
            <a:ext cx="864000" cy="360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绩效发布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57" name="Google Shape;1542;p56"/>
          <p:cNvCxnSpPr/>
          <p:nvPr/>
        </p:nvCxnSpPr>
        <p:spPr>
          <a:xfrm flipH="1">
            <a:off x="10132444" y="1459187"/>
            <a:ext cx="1" cy="3831270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8" name="Google Shape;1543;p56"/>
          <p:cNvCxnSpPr>
            <a:stCxn id="11" idx="3"/>
            <a:endCxn id="12" idx="1"/>
          </p:cNvCxnSpPr>
          <p:nvPr/>
        </p:nvCxnSpPr>
        <p:spPr>
          <a:xfrm flipV="1">
            <a:off x="1415533" y="1874315"/>
            <a:ext cx="583904" cy="87083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9" name="Google Shape;1545;p56"/>
          <p:cNvCxnSpPr>
            <a:stCxn id="29" idx="4"/>
            <a:endCxn id="60" idx="1"/>
          </p:cNvCxnSpPr>
          <p:nvPr/>
        </p:nvCxnSpPr>
        <p:spPr>
          <a:xfrm flipV="1">
            <a:off x="7344223" y="2745312"/>
            <a:ext cx="415945" cy="4778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0" name="Google Shape;1536;p56"/>
          <p:cNvSpPr/>
          <p:nvPr/>
        </p:nvSpPr>
        <p:spPr>
          <a:xfrm>
            <a:off x="7760168" y="2559382"/>
            <a:ext cx="900000" cy="371859"/>
          </a:xfrm>
          <a:prstGeom prst="flowChartPredefinedProcess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考评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1" name="Google Shape;1541;p56"/>
          <p:cNvSpPr/>
          <p:nvPr/>
        </p:nvSpPr>
        <p:spPr>
          <a:xfrm>
            <a:off x="7760168" y="3524413"/>
            <a:ext cx="900000" cy="371859"/>
          </a:xfrm>
          <a:prstGeom prst="flowChartPredefinedProcess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份额</a:t>
            </a: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管控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62" name="Google Shape;1525;p56"/>
          <p:cNvCxnSpPr>
            <a:stCxn id="44" idx="3"/>
            <a:endCxn id="48" idx="1"/>
          </p:cNvCxnSpPr>
          <p:nvPr/>
        </p:nvCxnSpPr>
        <p:spPr>
          <a:xfrm flipV="1">
            <a:off x="2866215" y="2745153"/>
            <a:ext cx="758745" cy="91174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2060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63" name="Google Shape;1532;p56"/>
          <p:cNvCxnSpPr>
            <a:stCxn id="48" idx="3"/>
            <a:endCxn id="25" idx="1"/>
          </p:cNvCxnSpPr>
          <p:nvPr/>
        </p:nvCxnSpPr>
        <p:spPr>
          <a:xfrm>
            <a:off x="4488960" y="2745153"/>
            <a:ext cx="836707" cy="0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64" name="Google Shape;1532;p56"/>
          <p:cNvCxnSpPr>
            <a:stCxn id="44" idx="3"/>
            <a:endCxn id="27" idx="1"/>
          </p:cNvCxnSpPr>
          <p:nvPr/>
        </p:nvCxnSpPr>
        <p:spPr>
          <a:xfrm>
            <a:off x="2866215" y="3656897"/>
            <a:ext cx="756033" cy="21071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65" name="Google Shape;1494;p56"/>
          <p:cNvSpPr/>
          <p:nvPr/>
        </p:nvSpPr>
        <p:spPr>
          <a:xfrm>
            <a:off x="6492627" y="1490500"/>
            <a:ext cx="864000" cy="360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供应商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ctr">
              <a:buClr>
                <a:srgbClr val="000000"/>
              </a:buClr>
            </a:pPr>
            <a:r>
              <a:rPr lang="zh-CN" altLang="en-US" sz="1200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信息变更</a:t>
            </a:r>
            <a:endParaRPr sz="1200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66" name="Google Shape;1543;p56"/>
          <p:cNvCxnSpPr>
            <a:stCxn id="29" idx="1"/>
            <a:endCxn id="65" idx="2"/>
          </p:cNvCxnSpPr>
          <p:nvPr/>
        </p:nvCxnSpPr>
        <p:spPr>
          <a:xfrm rot="5400000" flipH="1" flipV="1">
            <a:off x="6604655" y="2170605"/>
            <a:ext cx="639486" cy="45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7" name="Google Shape;1505;p56"/>
          <p:cNvCxnSpPr>
            <a:stCxn id="65" idx="3"/>
          </p:cNvCxnSpPr>
          <p:nvPr/>
        </p:nvCxnSpPr>
        <p:spPr>
          <a:xfrm>
            <a:off x="7356627" y="1670795"/>
            <a:ext cx="149562" cy="1081941"/>
          </a:xfrm>
          <a:prstGeom prst="bentConnector2">
            <a:avLst/>
          </a:prstGeom>
          <a:noFill/>
          <a:ln w="9525" cap="flat" cmpd="sng">
            <a:solidFill>
              <a:srgbClr val="002060"/>
            </a:solidFill>
            <a:prstDash val="dash"/>
            <a:round/>
            <a:headEnd type="none" w="sm" len="sm"/>
            <a:tailEnd type="stealth" w="med" len="med"/>
          </a:ln>
        </p:spPr>
      </p:cxn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S01—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成果展示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55" y="403720"/>
            <a:ext cx="9930043" cy="4897488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565" y="2504763"/>
            <a:ext cx="8680578" cy="435323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S01—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应用效果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7368" y="1321369"/>
            <a:ext cx="4824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70C0"/>
                </a:solidFill>
              </a:rPr>
              <a:t>海天集团数字供应链系统上线至共有</a:t>
            </a:r>
            <a:r>
              <a:rPr lang="en-US" altLang="zh-CN">
                <a:solidFill>
                  <a:srgbClr val="0070C0"/>
                </a:solidFill>
              </a:rPr>
              <a:t>996</a:t>
            </a:r>
            <a:r>
              <a:rPr lang="zh-CN" altLang="en-US">
                <a:solidFill>
                  <a:srgbClr val="0070C0"/>
                </a:solidFill>
              </a:rPr>
              <a:t>家单位开始使用。系统的用户数达到</a:t>
            </a:r>
            <a:r>
              <a:rPr lang="en-US" altLang="zh-CN">
                <a:solidFill>
                  <a:srgbClr val="0070C0"/>
                </a:solidFill>
              </a:rPr>
              <a:t>1240</a:t>
            </a:r>
            <a:r>
              <a:rPr lang="zh-CN" altLang="en-US">
                <a:solidFill>
                  <a:srgbClr val="0070C0"/>
                </a:solidFill>
              </a:rPr>
              <a:t>人。</a:t>
            </a:r>
            <a:endParaRPr lang="en-US" altLang="zh-CN">
              <a:solidFill>
                <a:srgbClr val="0070C0"/>
              </a:solidFill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0" y="3566120"/>
          <a:ext cx="451182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4295800" y="3566120"/>
          <a:ext cx="410445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8328248" y="3566120"/>
          <a:ext cx="386375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图表 6"/>
          <p:cNvGraphicFramePr/>
          <p:nvPr/>
        </p:nvGraphicFramePr>
        <p:xfrm>
          <a:off x="6600056" y="380601"/>
          <a:ext cx="5328592" cy="3081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S02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图示 2"/>
          <p:cNvGraphicFramePr/>
          <p:nvPr/>
        </p:nvGraphicFramePr>
        <p:xfrm>
          <a:off x="3256546" y="1100655"/>
          <a:ext cx="6625391" cy="4828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S02—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询报价业务模型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94128" y="3410338"/>
            <a:ext cx="755572" cy="776709"/>
          </a:xfrm>
          <a:prstGeom prst="roundRect">
            <a:avLst/>
          </a:prstGeom>
          <a:solidFill>
            <a:srgbClr val="F59E1D"/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lvl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采购需求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箭头: 右 3"/>
          <p:cNvSpPr/>
          <p:nvPr/>
        </p:nvSpPr>
        <p:spPr>
          <a:xfrm>
            <a:off x="1661080" y="3489552"/>
            <a:ext cx="749300" cy="596110"/>
          </a:xfrm>
          <a:prstGeom prst="rightArrow">
            <a:avLst/>
          </a:prstGeom>
          <a:solidFill>
            <a:srgbClr val="F59E1D"/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lvl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5" name="Google Shape;2178;p78"/>
          <p:cNvCxnSpPr/>
          <p:nvPr/>
        </p:nvCxnSpPr>
        <p:spPr>
          <a:xfrm flipV="1">
            <a:off x="2985257" y="4516432"/>
            <a:ext cx="2" cy="33421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dot"/>
            <a:miter lim="400000"/>
            <a:headEnd type="none" w="sm" len="sm"/>
            <a:tailEnd type="none" w="sm" len="sm"/>
          </a:ln>
        </p:spPr>
      </p:cxnSp>
      <p:sp>
        <p:nvSpPr>
          <p:cNvPr id="6" name="Google Shape;2187;p78"/>
          <p:cNvSpPr/>
          <p:nvPr/>
        </p:nvSpPr>
        <p:spPr>
          <a:xfrm>
            <a:off x="2522645" y="3371677"/>
            <a:ext cx="749300" cy="752085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3476DB"/>
              </a:gs>
              <a:gs pos="35000">
                <a:srgbClr val="3480DB"/>
              </a:gs>
              <a:gs pos="100000">
                <a:srgbClr val="3887DC"/>
              </a:gs>
            </a:gsLst>
            <a:lin ang="16200000" scaled="0"/>
          </a:gra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269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Google Shape;2204;p78"/>
          <p:cNvSpPr/>
          <p:nvPr/>
        </p:nvSpPr>
        <p:spPr>
          <a:xfrm>
            <a:off x="2573907" y="3850050"/>
            <a:ext cx="621373" cy="222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</a:t>
            </a: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8" name="Google Shape;2214;p7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1324" y="3511890"/>
            <a:ext cx="326541" cy="28680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3522198" y="1001583"/>
            <a:ext cx="2139950" cy="877163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制定品类采购策略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物料份额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品类份额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grpSp>
        <p:nvGrpSpPr>
          <p:cNvPr id="10" name="Google Shape;2434;p81"/>
          <p:cNvGrpSpPr/>
          <p:nvPr/>
        </p:nvGrpSpPr>
        <p:grpSpPr>
          <a:xfrm>
            <a:off x="2117057" y="962930"/>
            <a:ext cx="1584000" cy="1164152"/>
            <a:chOff x="11890697" y="10448225"/>
            <a:chExt cx="2883937" cy="2362784"/>
          </a:xfrm>
        </p:grpSpPr>
        <p:grpSp>
          <p:nvGrpSpPr>
            <p:cNvPr id="11" name="Google Shape;2435;p81"/>
            <p:cNvGrpSpPr/>
            <p:nvPr/>
          </p:nvGrpSpPr>
          <p:grpSpPr>
            <a:xfrm>
              <a:off x="12344855" y="10448225"/>
              <a:ext cx="2165068" cy="1765321"/>
              <a:chOff x="8362951" y="3706814"/>
              <a:chExt cx="1281113" cy="1044575"/>
            </a:xfrm>
          </p:grpSpPr>
          <p:sp>
            <p:nvSpPr>
              <p:cNvPr id="13" name="Google Shape;2436;p81"/>
              <p:cNvSpPr/>
              <p:nvPr/>
            </p:nvSpPr>
            <p:spPr>
              <a:xfrm>
                <a:off x="8810626" y="4341814"/>
                <a:ext cx="363538" cy="36830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232" extrusionOk="0">
                    <a:moveTo>
                      <a:pt x="229" y="5"/>
                    </a:moveTo>
                    <a:lnTo>
                      <a:pt x="161" y="0"/>
                    </a:lnTo>
                    <a:lnTo>
                      <a:pt x="116" y="54"/>
                    </a:lnTo>
                    <a:lnTo>
                      <a:pt x="92" y="61"/>
                    </a:lnTo>
                    <a:lnTo>
                      <a:pt x="116" y="97"/>
                    </a:lnTo>
                    <a:lnTo>
                      <a:pt x="0" y="222"/>
                    </a:lnTo>
                    <a:lnTo>
                      <a:pt x="0" y="232"/>
                    </a:lnTo>
                    <a:lnTo>
                      <a:pt x="227" y="196"/>
                    </a:lnTo>
                    <a:lnTo>
                      <a:pt x="229" y="5"/>
                    </a:lnTo>
                    <a:close/>
                  </a:path>
                </a:pathLst>
              </a:custGeom>
              <a:solidFill>
                <a:srgbClr val="A5DFF2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14" name="Google Shape;2437;p81"/>
              <p:cNvSpPr/>
              <p:nvPr/>
            </p:nvSpPr>
            <p:spPr>
              <a:xfrm>
                <a:off x="8362951" y="4314826"/>
                <a:ext cx="436563" cy="395288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5" extrusionOk="0">
                    <a:moveTo>
                      <a:pt x="78" y="32"/>
                    </a:moveTo>
                    <a:cubicBezTo>
                      <a:pt x="74" y="32"/>
                      <a:pt x="74" y="32"/>
                      <a:pt x="74" y="3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4" y="2"/>
                      <a:pt x="22" y="9"/>
                      <a:pt x="17" y="14"/>
                    </a:cubicBezTo>
                    <a:cubicBezTo>
                      <a:pt x="17" y="14"/>
                      <a:pt x="0" y="75"/>
                      <a:pt x="7" y="84"/>
                    </a:cubicBezTo>
                    <a:cubicBezTo>
                      <a:pt x="19" y="88"/>
                      <a:pt x="116" y="105"/>
                      <a:pt x="116" y="105"/>
                    </a:cubicBezTo>
                    <a:cubicBezTo>
                      <a:pt x="116" y="101"/>
                      <a:pt x="116" y="101"/>
                      <a:pt x="116" y="101"/>
                    </a:cubicBezTo>
                    <a:cubicBezTo>
                      <a:pt x="74" y="46"/>
                      <a:pt x="74" y="46"/>
                      <a:pt x="74" y="46"/>
                    </a:cubicBezTo>
                    <a:lnTo>
                      <a:pt x="78" y="32"/>
                    </a:lnTo>
                    <a:close/>
                  </a:path>
                </a:pathLst>
              </a:custGeom>
              <a:solidFill>
                <a:srgbClr val="A5DFF2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15" name="Google Shape;2438;p81"/>
              <p:cNvSpPr/>
              <p:nvPr/>
            </p:nvSpPr>
            <p:spPr>
              <a:xfrm>
                <a:off x="9185276" y="4171951"/>
                <a:ext cx="458788" cy="57467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53" extrusionOk="0">
                    <a:moveTo>
                      <a:pt x="98" y="38"/>
                    </a:moveTo>
                    <a:cubicBezTo>
                      <a:pt x="122" y="14"/>
                      <a:pt x="122" y="14"/>
                      <a:pt x="122" y="14"/>
                    </a:cubicBezTo>
                    <a:cubicBezTo>
                      <a:pt x="118" y="11"/>
                      <a:pt x="118" y="11"/>
                      <a:pt x="118" y="11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15" y="7"/>
                      <a:pt x="115" y="7"/>
                      <a:pt x="115" y="7"/>
                    </a:cubicBezTo>
                    <a:cubicBezTo>
                      <a:pt x="111" y="3"/>
                      <a:pt x="111" y="3"/>
                      <a:pt x="111" y="3"/>
                    </a:cubicBezTo>
                    <a:cubicBezTo>
                      <a:pt x="111" y="3"/>
                      <a:pt x="111" y="3"/>
                      <a:pt x="111" y="3"/>
                    </a:cubicBezTo>
                    <a:cubicBezTo>
                      <a:pt x="109" y="1"/>
                      <a:pt x="109" y="1"/>
                      <a:pt x="109" y="1"/>
                    </a:cubicBezTo>
                    <a:cubicBezTo>
                      <a:pt x="107" y="0"/>
                      <a:pt x="107" y="0"/>
                      <a:pt x="107" y="0"/>
                    </a:cubicBezTo>
                    <a:cubicBezTo>
                      <a:pt x="81" y="26"/>
                      <a:pt x="81" y="26"/>
                      <a:pt x="81" y="26"/>
                    </a:cubicBezTo>
                    <a:cubicBezTo>
                      <a:pt x="80" y="26"/>
                      <a:pt x="79" y="26"/>
                      <a:pt x="78" y="27"/>
                    </a:cubicBezTo>
                    <a:cubicBezTo>
                      <a:pt x="79" y="25"/>
                      <a:pt x="79" y="25"/>
                      <a:pt x="79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99" y="153"/>
                      <a:pt x="99" y="153"/>
                      <a:pt x="99" y="153"/>
                    </a:cubicBezTo>
                    <a:cubicBezTo>
                      <a:pt x="99" y="39"/>
                      <a:pt x="99" y="39"/>
                      <a:pt x="99" y="39"/>
                    </a:cubicBezTo>
                    <a:cubicBezTo>
                      <a:pt x="98" y="40"/>
                      <a:pt x="98" y="40"/>
                      <a:pt x="98" y="40"/>
                    </a:cubicBezTo>
                    <a:cubicBezTo>
                      <a:pt x="98" y="39"/>
                      <a:pt x="98" y="39"/>
                      <a:pt x="98" y="38"/>
                    </a:cubicBezTo>
                    <a:close/>
                  </a:path>
                </a:pathLst>
              </a:custGeom>
              <a:solidFill>
                <a:srgbClr val="C5EABC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16" name="Google Shape;2439;p81"/>
              <p:cNvSpPr/>
              <p:nvPr/>
            </p:nvSpPr>
            <p:spPr>
              <a:xfrm>
                <a:off x="9347201" y="4165601"/>
                <a:ext cx="296863" cy="296863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87" extrusionOk="0">
                    <a:moveTo>
                      <a:pt x="154" y="12"/>
                    </a:moveTo>
                    <a:lnTo>
                      <a:pt x="156" y="16"/>
                    </a:lnTo>
                    <a:lnTo>
                      <a:pt x="163" y="23"/>
                    </a:lnTo>
                    <a:lnTo>
                      <a:pt x="173" y="33"/>
                    </a:lnTo>
                    <a:lnTo>
                      <a:pt x="173" y="33"/>
                    </a:lnTo>
                    <a:lnTo>
                      <a:pt x="175" y="35"/>
                    </a:lnTo>
                    <a:lnTo>
                      <a:pt x="50" y="158"/>
                    </a:lnTo>
                    <a:lnTo>
                      <a:pt x="17" y="172"/>
                    </a:lnTo>
                    <a:lnTo>
                      <a:pt x="14" y="172"/>
                    </a:lnTo>
                    <a:lnTo>
                      <a:pt x="14" y="172"/>
                    </a:lnTo>
                    <a:lnTo>
                      <a:pt x="28" y="137"/>
                    </a:lnTo>
                    <a:lnTo>
                      <a:pt x="154" y="12"/>
                    </a:lnTo>
                    <a:lnTo>
                      <a:pt x="154" y="12"/>
                    </a:lnTo>
                    <a:close/>
                    <a:moveTo>
                      <a:pt x="154" y="0"/>
                    </a:moveTo>
                    <a:lnTo>
                      <a:pt x="21" y="132"/>
                    </a:lnTo>
                    <a:lnTo>
                      <a:pt x="21" y="132"/>
                    </a:lnTo>
                    <a:lnTo>
                      <a:pt x="7" y="168"/>
                    </a:lnTo>
                    <a:lnTo>
                      <a:pt x="0" y="187"/>
                    </a:lnTo>
                    <a:lnTo>
                      <a:pt x="19" y="180"/>
                    </a:lnTo>
                    <a:lnTo>
                      <a:pt x="54" y="168"/>
                    </a:lnTo>
                    <a:lnTo>
                      <a:pt x="54" y="168"/>
                    </a:lnTo>
                    <a:lnTo>
                      <a:pt x="187" y="35"/>
                    </a:lnTo>
                    <a:lnTo>
                      <a:pt x="180" y="26"/>
                    </a:lnTo>
                    <a:lnTo>
                      <a:pt x="178" y="26"/>
                    </a:lnTo>
                    <a:lnTo>
                      <a:pt x="170" y="16"/>
                    </a:lnTo>
                    <a:lnTo>
                      <a:pt x="161" y="9"/>
                    </a:lnTo>
                    <a:lnTo>
                      <a:pt x="161" y="9"/>
                    </a:lnTo>
                    <a:lnTo>
                      <a:pt x="156" y="4"/>
                    </a:lnTo>
                    <a:lnTo>
                      <a:pt x="154" y="0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17" name="Google Shape;2440;p81"/>
              <p:cNvSpPr/>
              <p:nvPr/>
            </p:nvSpPr>
            <p:spPr>
              <a:xfrm>
                <a:off x="9182101" y="4262439"/>
                <a:ext cx="376238" cy="48895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30" extrusionOk="0">
                    <a:moveTo>
                      <a:pt x="96" y="19"/>
                    </a:moveTo>
                    <a:cubicBezTo>
                      <a:pt x="96" y="127"/>
                      <a:pt x="96" y="127"/>
                      <a:pt x="96" y="127"/>
                    </a:cubicBezTo>
                    <a:cubicBezTo>
                      <a:pt x="3" y="127"/>
                      <a:pt x="3" y="127"/>
                      <a:pt x="3" y="127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6" y="3"/>
                      <a:pt x="78" y="1"/>
                      <a:pt x="7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0"/>
                      <a:pt x="0" y="130"/>
                      <a:pt x="0" y="130"/>
                    </a:cubicBezTo>
                    <a:cubicBezTo>
                      <a:pt x="100" y="130"/>
                      <a:pt x="100" y="130"/>
                      <a:pt x="100" y="130"/>
                    </a:cubicBezTo>
                    <a:cubicBezTo>
                      <a:pt x="100" y="15"/>
                      <a:pt x="100" y="15"/>
                      <a:pt x="100" y="15"/>
                    </a:cubicBezTo>
                    <a:cubicBezTo>
                      <a:pt x="100" y="15"/>
                      <a:pt x="98" y="18"/>
                      <a:pt x="96" y="1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18" name="Google Shape;2441;p81"/>
              <p:cNvSpPr/>
              <p:nvPr/>
            </p:nvSpPr>
            <p:spPr>
              <a:xfrm>
                <a:off x="9226551" y="4694239"/>
                <a:ext cx="2857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80" h="7" extrusionOk="0">
                    <a:moveTo>
                      <a:pt x="180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180" y="7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19" name="Google Shape;2442;p81"/>
              <p:cNvSpPr/>
              <p:nvPr/>
            </p:nvSpPr>
            <p:spPr>
              <a:xfrm>
                <a:off x="9226551" y="4649789"/>
                <a:ext cx="2857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80" h="7" extrusionOk="0">
                    <a:moveTo>
                      <a:pt x="180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180" y="7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0" name="Google Shape;2443;p81"/>
              <p:cNvSpPr/>
              <p:nvPr/>
            </p:nvSpPr>
            <p:spPr>
              <a:xfrm>
                <a:off x="9226551" y="4605339"/>
                <a:ext cx="2857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80" h="7" extrusionOk="0">
                    <a:moveTo>
                      <a:pt x="180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180" y="7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1" name="Google Shape;2444;p81"/>
              <p:cNvSpPr/>
              <p:nvPr/>
            </p:nvSpPr>
            <p:spPr>
              <a:xfrm>
                <a:off x="9226551" y="4559301"/>
                <a:ext cx="2857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80" h="7" extrusionOk="0">
                    <a:moveTo>
                      <a:pt x="180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180" y="7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2" name="Google Shape;2445;p81"/>
              <p:cNvSpPr/>
              <p:nvPr/>
            </p:nvSpPr>
            <p:spPr>
              <a:xfrm>
                <a:off x="9226551" y="4518026"/>
                <a:ext cx="2857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80" h="7" extrusionOk="0">
                    <a:moveTo>
                      <a:pt x="180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180" y="7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3" name="Google Shape;2446;p81"/>
              <p:cNvSpPr/>
              <p:nvPr/>
            </p:nvSpPr>
            <p:spPr>
              <a:xfrm>
                <a:off x="9226551" y="4375151"/>
                <a:ext cx="13970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88" h="7" extrusionOk="0">
                    <a:moveTo>
                      <a:pt x="88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86" y="7"/>
                    </a:lnTo>
                    <a:lnTo>
                      <a:pt x="88" y="0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4" name="Google Shape;2447;p81"/>
              <p:cNvSpPr/>
              <p:nvPr/>
            </p:nvSpPr>
            <p:spPr>
              <a:xfrm>
                <a:off x="9226551" y="4330701"/>
                <a:ext cx="180975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14" h="7" extrusionOk="0">
                    <a:moveTo>
                      <a:pt x="114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107" y="7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5" name="Google Shape;2448;p81"/>
              <p:cNvSpPr/>
              <p:nvPr/>
            </p:nvSpPr>
            <p:spPr>
              <a:xfrm>
                <a:off x="9226551" y="4424364"/>
                <a:ext cx="1206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76" h="7" extrusionOk="0">
                    <a:moveTo>
                      <a:pt x="76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74" y="7"/>
                    </a:lnTo>
                    <a:lnTo>
                      <a:pt x="76" y="0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6" name="Google Shape;2449;p81"/>
              <p:cNvSpPr/>
              <p:nvPr/>
            </p:nvSpPr>
            <p:spPr>
              <a:xfrm>
                <a:off x="9451976" y="4424364"/>
                <a:ext cx="60325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38" h="7" extrusionOk="0">
                    <a:moveTo>
                      <a:pt x="38" y="0"/>
                    </a:moveTo>
                    <a:lnTo>
                      <a:pt x="7" y="0"/>
                    </a:lnTo>
                    <a:lnTo>
                      <a:pt x="0" y="7"/>
                    </a:lnTo>
                    <a:lnTo>
                      <a:pt x="38" y="7"/>
                    </a:lnTo>
                    <a:lnTo>
                      <a:pt x="38" y="0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7" name="Google Shape;2450;p81"/>
              <p:cNvSpPr/>
              <p:nvPr/>
            </p:nvSpPr>
            <p:spPr>
              <a:xfrm>
                <a:off x="9498013" y="4375151"/>
                <a:ext cx="14288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9" h="7" extrusionOk="0">
                    <a:moveTo>
                      <a:pt x="9" y="0"/>
                    </a:moveTo>
                    <a:lnTo>
                      <a:pt x="7" y="0"/>
                    </a:lnTo>
                    <a:lnTo>
                      <a:pt x="0" y="7"/>
                    </a:lnTo>
                    <a:lnTo>
                      <a:pt x="9" y="7"/>
                    </a:lnTo>
                    <a:lnTo>
                      <a:pt x="9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8" name="Google Shape;2451;p81"/>
              <p:cNvSpPr/>
              <p:nvPr/>
            </p:nvSpPr>
            <p:spPr>
              <a:xfrm>
                <a:off x="9339263" y="4468814"/>
                <a:ext cx="173038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7" extrusionOk="0">
                    <a:moveTo>
                      <a:pt x="109" y="0"/>
                    </a:moveTo>
                    <a:lnTo>
                      <a:pt x="19" y="0"/>
                    </a:lnTo>
                    <a:lnTo>
                      <a:pt x="0" y="7"/>
                    </a:lnTo>
                    <a:lnTo>
                      <a:pt x="109" y="7"/>
                    </a:lnTo>
                    <a:lnTo>
                      <a:pt x="109" y="0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9" name="Google Shape;2452;p81"/>
              <p:cNvSpPr/>
              <p:nvPr/>
            </p:nvSpPr>
            <p:spPr>
              <a:xfrm>
                <a:off x="9226551" y="4468814"/>
                <a:ext cx="10160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7" extrusionOk="0">
                    <a:moveTo>
                      <a:pt x="64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62" y="7"/>
                    </a:lnTo>
                    <a:lnTo>
                      <a:pt x="64" y="0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0" name="Google Shape;2453;p81"/>
              <p:cNvSpPr/>
              <p:nvPr/>
            </p:nvSpPr>
            <p:spPr>
              <a:xfrm>
                <a:off x="8610601" y="3954464"/>
                <a:ext cx="398463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81" extrusionOk="0">
                    <a:moveTo>
                      <a:pt x="102" y="17"/>
                    </a:moveTo>
                    <a:cubicBezTo>
                      <a:pt x="96" y="52"/>
                      <a:pt x="69" y="77"/>
                      <a:pt x="54" y="77"/>
                    </a:cubicBezTo>
                    <a:cubicBezTo>
                      <a:pt x="35" y="77"/>
                      <a:pt x="9" y="48"/>
                      <a:pt x="5" y="12"/>
                    </a:cubicBezTo>
                    <a:cubicBezTo>
                      <a:pt x="5" y="10"/>
                      <a:pt x="4" y="8"/>
                      <a:pt x="4" y="6"/>
                    </a:cubicBezTo>
                    <a:cubicBezTo>
                      <a:pt x="4" y="6"/>
                      <a:pt x="3" y="5"/>
                      <a:pt x="3" y="4"/>
                    </a:cubicBezTo>
                    <a:cubicBezTo>
                      <a:pt x="2" y="3"/>
                      <a:pt x="1" y="1"/>
                      <a:pt x="1" y="0"/>
                    </a:cubicBezTo>
                    <a:cubicBezTo>
                      <a:pt x="0" y="4"/>
                      <a:pt x="1" y="8"/>
                      <a:pt x="1" y="12"/>
                    </a:cubicBezTo>
                    <a:cubicBezTo>
                      <a:pt x="6" y="51"/>
                      <a:pt x="33" y="81"/>
                      <a:pt x="54" y="81"/>
                    </a:cubicBezTo>
                    <a:cubicBezTo>
                      <a:pt x="72" y="81"/>
                      <a:pt x="101" y="52"/>
                      <a:pt x="106" y="14"/>
                    </a:cubicBezTo>
                    <a:cubicBezTo>
                      <a:pt x="105" y="15"/>
                      <a:pt x="103" y="16"/>
                      <a:pt x="102" y="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1" name="Google Shape;2454;p81"/>
              <p:cNvSpPr/>
              <p:nvPr/>
            </p:nvSpPr>
            <p:spPr>
              <a:xfrm>
                <a:off x="8596313" y="3706814"/>
                <a:ext cx="446088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86" extrusionOk="0">
                    <a:moveTo>
                      <a:pt x="54" y="3"/>
                    </a:moveTo>
                    <a:cubicBezTo>
                      <a:pt x="63" y="3"/>
                      <a:pt x="71" y="5"/>
                      <a:pt x="76" y="6"/>
                    </a:cubicBezTo>
                    <a:cubicBezTo>
                      <a:pt x="93" y="11"/>
                      <a:pt x="106" y="27"/>
                      <a:pt x="110" y="41"/>
                    </a:cubicBezTo>
                    <a:cubicBezTo>
                      <a:pt x="113" y="53"/>
                      <a:pt x="111" y="67"/>
                      <a:pt x="110" y="72"/>
                    </a:cubicBezTo>
                    <a:cubicBezTo>
                      <a:pt x="110" y="72"/>
                      <a:pt x="110" y="72"/>
                      <a:pt x="110" y="72"/>
                    </a:cubicBezTo>
                    <a:cubicBezTo>
                      <a:pt x="110" y="72"/>
                      <a:pt x="109" y="72"/>
                      <a:pt x="109" y="72"/>
                    </a:cubicBezTo>
                    <a:cubicBezTo>
                      <a:pt x="109" y="72"/>
                      <a:pt x="108" y="72"/>
                      <a:pt x="108" y="72"/>
                    </a:cubicBezTo>
                    <a:cubicBezTo>
                      <a:pt x="107" y="72"/>
                      <a:pt x="106" y="72"/>
                      <a:pt x="104" y="72"/>
                    </a:cubicBezTo>
                    <a:cubicBezTo>
                      <a:pt x="87" y="72"/>
                      <a:pt x="46" y="69"/>
                      <a:pt x="19" y="54"/>
                    </a:cubicBezTo>
                    <a:cubicBezTo>
                      <a:pt x="16" y="53"/>
                      <a:pt x="16" y="53"/>
                      <a:pt x="16" y="53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2" y="59"/>
                      <a:pt x="11" y="62"/>
                      <a:pt x="10" y="65"/>
                    </a:cubicBezTo>
                    <a:cubicBezTo>
                      <a:pt x="9" y="68"/>
                      <a:pt x="8" y="70"/>
                      <a:pt x="8" y="73"/>
                    </a:cubicBezTo>
                    <a:cubicBezTo>
                      <a:pt x="7" y="68"/>
                      <a:pt x="6" y="61"/>
                      <a:pt x="5" y="52"/>
                    </a:cubicBezTo>
                    <a:cubicBezTo>
                      <a:pt x="4" y="46"/>
                      <a:pt x="5" y="42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29"/>
                      <a:pt x="11" y="23"/>
                      <a:pt x="13" y="21"/>
                    </a:cubicBezTo>
                    <a:cubicBezTo>
                      <a:pt x="24" y="9"/>
                      <a:pt x="38" y="3"/>
                      <a:pt x="54" y="3"/>
                    </a:cubicBezTo>
                    <a:close/>
                    <a:moveTo>
                      <a:pt x="54" y="0"/>
                    </a:moveTo>
                    <a:cubicBezTo>
                      <a:pt x="41" y="0"/>
                      <a:pt x="25" y="4"/>
                      <a:pt x="10" y="18"/>
                    </a:cubicBezTo>
                    <a:cubicBezTo>
                      <a:pt x="7" y="21"/>
                      <a:pt x="4" y="29"/>
                      <a:pt x="4" y="37"/>
                    </a:cubicBezTo>
                    <a:cubicBezTo>
                      <a:pt x="1" y="40"/>
                      <a:pt x="0" y="45"/>
                      <a:pt x="1" y="52"/>
                    </a:cubicBezTo>
                    <a:cubicBezTo>
                      <a:pt x="4" y="77"/>
                      <a:pt x="6" y="84"/>
                      <a:pt x="6" y="84"/>
                    </a:cubicBezTo>
                    <a:cubicBezTo>
                      <a:pt x="9" y="86"/>
                      <a:pt x="9" y="86"/>
                      <a:pt x="9" y="86"/>
                    </a:cubicBezTo>
                    <a:cubicBezTo>
                      <a:pt x="9" y="86"/>
                      <a:pt x="9" y="79"/>
                      <a:pt x="13" y="67"/>
                    </a:cubicBezTo>
                    <a:cubicBezTo>
                      <a:pt x="14" y="64"/>
                      <a:pt x="16" y="61"/>
                      <a:pt x="18" y="58"/>
                    </a:cubicBezTo>
                    <a:cubicBezTo>
                      <a:pt x="44" y="73"/>
                      <a:pt x="85" y="75"/>
                      <a:pt x="104" y="76"/>
                    </a:cubicBezTo>
                    <a:cubicBezTo>
                      <a:pt x="106" y="76"/>
                      <a:pt x="107" y="76"/>
                      <a:pt x="108" y="76"/>
                    </a:cubicBezTo>
                    <a:cubicBezTo>
                      <a:pt x="109" y="76"/>
                      <a:pt x="109" y="76"/>
                      <a:pt x="110" y="76"/>
                    </a:cubicBezTo>
                    <a:cubicBezTo>
                      <a:pt x="110" y="76"/>
                      <a:pt x="111" y="76"/>
                      <a:pt x="111" y="76"/>
                    </a:cubicBezTo>
                    <a:cubicBezTo>
                      <a:pt x="112" y="76"/>
                      <a:pt x="113" y="76"/>
                      <a:pt x="113" y="76"/>
                    </a:cubicBezTo>
                    <a:cubicBezTo>
                      <a:pt x="113" y="76"/>
                      <a:pt x="119" y="58"/>
                      <a:pt x="113" y="40"/>
                    </a:cubicBezTo>
                    <a:cubicBezTo>
                      <a:pt x="109" y="24"/>
                      <a:pt x="95" y="7"/>
                      <a:pt x="76" y="3"/>
                    </a:cubicBezTo>
                    <a:cubicBezTo>
                      <a:pt x="71" y="1"/>
                      <a:pt x="63" y="0"/>
                      <a:pt x="5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2" name="Google Shape;2455;p81"/>
              <p:cNvSpPr/>
              <p:nvPr/>
            </p:nvSpPr>
            <p:spPr>
              <a:xfrm>
                <a:off x="8577263" y="3976689"/>
                <a:ext cx="74613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20" h="29" extrusionOk="0">
                    <a:moveTo>
                      <a:pt x="5" y="4"/>
                    </a:moveTo>
                    <a:cubicBezTo>
                      <a:pt x="7" y="5"/>
                      <a:pt x="9" y="8"/>
                      <a:pt x="11" y="14"/>
                    </a:cubicBezTo>
                    <a:cubicBezTo>
                      <a:pt x="13" y="20"/>
                      <a:pt x="14" y="23"/>
                      <a:pt x="14" y="25"/>
                    </a:cubicBezTo>
                    <a:cubicBezTo>
                      <a:pt x="12" y="24"/>
                      <a:pt x="8" y="20"/>
                      <a:pt x="7" y="15"/>
                    </a:cubicBezTo>
                    <a:cubicBezTo>
                      <a:pt x="5" y="10"/>
                      <a:pt x="5" y="6"/>
                      <a:pt x="5" y="4"/>
                    </a:cubicBezTo>
                    <a:close/>
                    <a:moveTo>
                      <a:pt x="5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1" y="1"/>
                      <a:pt x="0" y="9"/>
                      <a:pt x="3" y="17"/>
                    </a:cubicBezTo>
                    <a:cubicBezTo>
                      <a:pt x="5" y="24"/>
                      <a:pt x="12" y="29"/>
                      <a:pt x="15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20" y="28"/>
                      <a:pt x="17" y="20"/>
                      <a:pt x="15" y="12"/>
                    </a:cubicBezTo>
                    <a:cubicBezTo>
                      <a:pt x="12" y="5"/>
                      <a:pt x="8" y="0"/>
                      <a:pt x="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3" name="Google Shape;2456;p81"/>
              <p:cNvSpPr/>
              <p:nvPr/>
            </p:nvSpPr>
            <p:spPr>
              <a:xfrm>
                <a:off x="8975726" y="3976689"/>
                <a:ext cx="71438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14" y="4"/>
                    </a:moveTo>
                    <a:cubicBezTo>
                      <a:pt x="14" y="6"/>
                      <a:pt x="15" y="10"/>
                      <a:pt x="13" y="15"/>
                    </a:cubicBezTo>
                    <a:cubicBezTo>
                      <a:pt x="11" y="20"/>
                      <a:pt x="7" y="24"/>
                      <a:pt x="5" y="25"/>
                    </a:cubicBezTo>
                    <a:cubicBezTo>
                      <a:pt x="5" y="23"/>
                      <a:pt x="6" y="20"/>
                      <a:pt x="8" y="14"/>
                    </a:cubicBezTo>
                    <a:cubicBezTo>
                      <a:pt x="10" y="8"/>
                      <a:pt x="13" y="5"/>
                      <a:pt x="14" y="4"/>
                    </a:cubicBezTo>
                    <a:close/>
                    <a:moveTo>
                      <a:pt x="14" y="0"/>
                    </a:moveTo>
                    <a:cubicBezTo>
                      <a:pt x="11" y="0"/>
                      <a:pt x="7" y="5"/>
                      <a:pt x="5" y="12"/>
                    </a:cubicBezTo>
                    <a:cubicBezTo>
                      <a:pt x="2" y="20"/>
                      <a:pt x="0" y="28"/>
                      <a:pt x="3" y="29"/>
                    </a:cubicBezTo>
                    <a:cubicBezTo>
                      <a:pt x="3" y="29"/>
                      <a:pt x="3" y="29"/>
                      <a:pt x="4" y="29"/>
                    </a:cubicBezTo>
                    <a:cubicBezTo>
                      <a:pt x="7" y="29"/>
                      <a:pt x="14" y="24"/>
                      <a:pt x="16" y="17"/>
                    </a:cubicBezTo>
                    <a:cubicBezTo>
                      <a:pt x="19" y="9"/>
                      <a:pt x="19" y="1"/>
                      <a:pt x="15" y="0"/>
                    </a:cubicBezTo>
                    <a:cubicBezTo>
                      <a:pt x="15" y="0"/>
                      <a:pt x="15" y="0"/>
                      <a:pt x="1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4" name="Google Shape;2457;p81"/>
              <p:cNvSpPr/>
              <p:nvPr/>
            </p:nvSpPr>
            <p:spPr>
              <a:xfrm>
                <a:off x="8640764" y="4217988"/>
                <a:ext cx="173038" cy="168275"/>
              </a:xfrm>
              <a:custGeom>
                <a:avLst/>
                <a:gdLst/>
                <a:ahLst/>
                <a:cxnLst/>
                <a:rect l="l" t="t" r="r" b="b"/>
                <a:pathLst>
                  <a:path w="46" h="45" extrusionOk="0">
                    <a:moveTo>
                      <a:pt x="13" y="6"/>
                    </a:moveTo>
                    <a:cubicBezTo>
                      <a:pt x="41" y="22"/>
                      <a:pt x="41" y="22"/>
                      <a:pt x="41" y="22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6"/>
                      <a:pt x="7" y="16"/>
                      <a:pt x="6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9" y="13"/>
                      <a:pt x="12" y="10"/>
                      <a:pt x="13" y="6"/>
                    </a:cubicBezTo>
                    <a:close/>
                    <a:moveTo>
                      <a:pt x="11" y="0"/>
                    </a:moveTo>
                    <a:cubicBezTo>
                      <a:pt x="10" y="8"/>
                      <a:pt x="5" y="11"/>
                      <a:pt x="2" y="15"/>
                    </a:cubicBezTo>
                    <a:cubicBezTo>
                      <a:pt x="0" y="18"/>
                      <a:pt x="7" y="20"/>
                      <a:pt x="7" y="20"/>
                    </a:cubicBezTo>
                    <a:cubicBezTo>
                      <a:pt x="34" y="45"/>
                      <a:pt x="34" y="45"/>
                      <a:pt x="34" y="45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11" y="0"/>
                      <a:pt x="11" y="0"/>
                      <a:pt x="1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5" name="Google Shape;2458;p81"/>
              <p:cNvSpPr/>
              <p:nvPr/>
            </p:nvSpPr>
            <p:spPr>
              <a:xfrm>
                <a:off x="8813801" y="4217988"/>
                <a:ext cx="169863" cy="1682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45" extrusionOk="0">
                    <a:moveTo>
                      <a:pt x="32" y="6"/>
                    </a:moveTo>
                    <a:cubicBezTo>
                      <a:pt x="33" y="10"/>
                      <a:pt x="36" y="13"/>
                      <a:pt x="38" y="15"/>
                    </a:cubicBezTo>
                    <a:cubicBezTo>
                      <a:pt x="38" y="15"/>
                      <a:pt x="39" y="15"/>
                      <a:pt x="39" y="15"/>
                    </a:cubicBezTo>
                    <a:cubicBezTo>
                      <a:pt x="38" y="16"/>
                      <a:pt x="38" y="16"/>
                      <a:pt x="37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32" y="6"/>
                      <a:pt x="32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5" y="18"/>
                      <a:pt x="43" y="15"/>
                    </a:cubicBezTo>
                    <a:cubicBezTo>
                      <a:pt x="41" y="11"/>
                      <a:pt x="35" y="8"/>
                      <a:pt x="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6" name="Google Shape;2459;p81"/>
              <p:cNvSpPr/>
              <p:nvPr/>
            </p:nvSpPr>
            <p:spPr>
              <a:xfrm>
                <a:off x="8401051" y="4292601"/>
                <a:ext cx="412750" cy="436563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16" extrusionOk="0">
                    <a:moveTo>
                      <a:pt x="63" y="5"/>
                    </a:moveTo>
                    <a:cubicBezTo>
                      <a:pt x="106" y="106"/>
                      <a:pt x="106" y="106"/>
                      <a:pt x="106" y="106"/>
                    </a:cubicBezTo>
                    <a:cubicBezTo>
                      <a:pt x="106" y="111"/>
                      <a:pt x="106" y="111"/>
                      <a:pt x="106" y="11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7" y="60"/>
                      <a:pt x="6" y="27"/>
                      <a:pt x="9" y="22"/>
                    </a:cubicBezTo>
                    <a:cubicBezTo>
                      <a:pt x="12" y="17"/>
                      <a:pt x="32" y="12"/>
                      <a:pt x="45" y="9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58" y="6"/>
                      <a:pt x="58" y="6"/>
                      <a:pt x="58" y="6"/>
                    </a:cubicBezTo>
                    <a:cubicBezTo>
                      <a:pt x="63" y="5"/>
                      <a:pt x="63" y="5"/>
                      <a:pt x="63" y="5"/>
                    </a:cubicBezTo>
                    <a:close/>
                    <a:moveTo>
                      <a:pt x="66" y="0"/>
                    </a:moveTo>
                    <a:cubicBezTo>
                      <a:pt x="57" y="3"/>
                      <a:pt x="57" y="3"/>
                      <a:pt x="57" y="3"/>
                    </a:cubicBezTo>
                    <a:cubicBezTo>
                      <a:pt x="45" y="6"/>
                      <a:pt x="45" y="6"/>
                      <a:pt x="45" y="6"/>
                    </a:cubicBezTo>
                    <a:cubicBezTo>
                      <a:pt x="45" y="6"/>
                      <a:pt x="12" y="11"/>
                      <a:pt x="6" y="20"/>
                    </a:cubicBezTo>
                    <a:cubicBezTo>
                      <a:pt x="0" y="29"/>
                      <a:pt x="6" y="94"/>
                      <a:pt x="6" y="94"/>
                    </a:cubicBezTo>
                    <a:cubicBezTo>
                      <a:pt x="110" y="116"/>
                      <a:pt x="110" y="116"/>
                      <a:pt x="110" y="116"/>
                    </a:cubicBezTo>
                    <a:cubicBezTo>
                      <a:pt x="110" y="106"/>
                      <a:pt x="110" y="106"/>
                      <a:pt x="110" y="106"/>
                    </a:cubicBezTo>
                    <a:cubicBezTo>
                      <a:pt x="66" y="0"/>
                      <a:pt x="66" y="0"/>
                      <a:pt x="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7" name="Google Shape;2460;p81"/>
              <p:cNvSpPr/>
              <p:nvPr/>
            </p:nvSpPr>
            <p:spPr>
              <a:xfrm>
                <a:off x="8555039" y="4292601"/>
                <a:ext cx="255588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56" extrusionOk="0">
                    <a:moveTo>
                      <a:pt x="52" y="12"/>
                    </a:moveTo>
                    <a:lnTo>
                      <a:pt x="142" y="227"/>
                    </a:lnTo>
                    <a:lnTo>
                      <a:pt x="61" y="128"/>
                    </a:lnTo>
                    <a:lnTo>
                      <a:pt x="71" y="92"/>
                    </a:lnTo>
                    <a:lnTo>
                      <a:pt x="76" y="81"/>
                    </a:lnTo>
                    <a:lnTo>
                      <a:pt x="61" y="81"/>
                    </a:lnTo>
                    <a:lnTo>
                      <a:pt x="49" y="81"/>
                    </a:lnTo>
                    <a:lnTo>
                      <a:pt x="14" y="21"/>
                    </a:lnTo>
                    <a:lnTo>
                      <a:pt x="38" y="17"/>
                    </a:lnTo>
                    <a:lnTo>
                      <a:pt x="40" y="17"/>
                    </a:lnTo>
                    <a:lnTo>
                      <a:pt x="40" y="17"/>
                    </a:lnTo>
                    <a:lnTo>
                      <a:pt x="52" y="12"/>
                    </a:lnTo>
                    <a:lnTo>
                      <a:pt x="52" y="12"/>
                    </a:lnTo>
                    <a:close/>
                    <a:moveTo>
                      <a:pt x="59" y="0"/>
                    </a:moveTo>
                    <a:lnTo>
                      <a:pt x="38" y="7"/>
                    </a:lnTo>
                    <a:lnTo>
                      <a:pt x="0" y="17"/>
                    </a:lnTo>
                    <a:lnTo>
                      <a:pt x="42" y="90"/>
                    </a:lnTo>
                    <a:lnTo>
                      <a:pt x="61" y="90"/>
                    </a:lnTo>
                    <a:lnTo>
                      <a:pt x="49" y="130"/>
                    </a:lnTo>
                    <a:lnTo>
                      <a:pt x="154" y="256"/>
                    </a:lnTo>
                    <a:lnTo>
                      <a:pt x="161" y="246"/>
                    </a:lnTo>
                    <a:lnTo>
                      <a:pt x="59" y="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8" name="Google Shape;2461;p81"/>
              <p:cNvSpPr/>
              <p:nvPr/>
            </p:nvSpPr>
            <p:spPr>
              <a:xfrm>
                <a:off x="8813801" y="4278313"/>
                <a:ext cx="360363" cy="45085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20" extrusionOk="0">
                    <a:moveTo>
                      <a:pt x="95" y="96"/>
                    </a:moveTo>
                    <a:cubicBezTo>
                      <a:pt x="95" y="96"/>
                      <a:pt x="95" y="96"/>
                      <a:pt x="95" y="96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1"/>
                      <a:pt x="3" y="111"/>
                      <a:pt x="3" y="111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6" y="11"/>
                      <a:pt x="56" y="11"/>
                      <a:pt x="56" y="11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6" y="17"/>
                      <a:pt x="66" y="17"/>
                      <a:pt x="66" y="17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76" y="17"/>
                      <a:pt x="89" y="19"/>
                      <a:pt x="96" y="23"/>
                    </a:cubicBezTo>
                    <a:cubicBezTo>
                      <a:pt x="96" y="21"/>
                      <a:pt x="96" y="20"/>
                      <a:pt x="96" y="19"/>
                    </a:cubicBezTo>
                    <a:cubicBezTo>
                      <a:pt x="85" y="14"/>
                      <a:pt x="67" y="13"/>
                      <a:pt x="67" y="13"/>
                    </a:cubicBezTo>
                    <a:cubicBezTo>
                      <a:pt x="57" y="8"/>
                      <a:pt x="57" y="8"/>
                      <a:pt x="57" y="8"/>
                    </a:cubicBezTo>
                    <a:cubicBezTo>
                      <a:pt x="49" y="3"/>
                      <a:pt x="49" y="3"/>
                      <a:pt x="49" y="3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95" y="100"/>
                      <a:pt x="95" y="100"/>
                      <a:pt x="95" y="100"/>
                    </a:cubicBezTo>
                    <a:cubicBezTo>
                      <a:pt x="95" y="99"/>
                      <a:pt x="95" y="97"/>
                      <a:pt x="95" y="9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9" name="Google Shape;2462;p81"/>
              <p:cNvSpPr/>
              <p:nvPr/>
            </p:nvSpPr>
            <p:spPr>
              <a:xfrm>
                <a:off x="8821739" y="4278313"/>
                <a:ext cx="247650" cy="420688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65" extrusionOk="0">
                    <a:moveTo>
                      <a:pt x="106" y="14"/>
                    </a:moveTo>
                    <a:lnTo>
                      <a:pt x="113" y="19"/>
                    </a:lnTo>
                    <a:lnTo>
                      <a:pt x="116" y="19"/>
                    </a:lnTo>
                    <a:lnTo>
                      <a:pt x="116" y="21"/>
                    </a:lnTo>
                    <a:lnTo>
                      <a:pt x="144" y="35"/>
                    </a:lnTo>
                    <a:lnTo>
                      <a:pt x="109" y="90"/>
                    </a:lnTo>
                    <a:lnTo>
                      <a:pt x="94" y="90"/>
                    </a:lnTo>
                    <a:lnTo>
                      <a:pt x="83" y="90"/>
                    </a:lnTo>
                    <a:lnTo>
                      <a:pt x="85" y="101"/>
                    </a:lnTo>
                    <a:lnTo>
                      <a:pt x="97" y="137"/>
                    </a:lnTo>
                    <a:lnTo>
                      <a:pt x="16" y="232"/>
                    </a:lnTo>
                    <a:lnTo>
                      <a:pt x="16" y="227"/>
                    </a:lnTo>
                    <a:lnTo>
                      <a:pt x="106" y="14"/>
                    </a:lnTo>
                    <a:lnTo>
                      <a:pt x="106" y="14"/>
                    </a:lnTo>
                    <a:close/>
                    <a:moveTo>
                      <a:pt x="104" y="0"/>
                    </a:moveTo>
                    <a:lnTo>
                      <a:pt x="9" y="224"/>
                    </a:lnTo>
                    <a:lnTo>
                      <a:pt x="0" y="265"/>
                    </a:lnTo>
                    <a:lnTo>
                      <a:pt x="106" y="139"/>
                    </a:lnTo>
                    <a:lnTo>
                      <a:pt x="94" y="99"/>
                    </a:lnTo>
                    <a:lnTo>
                      <a:pt x="113" y="99"/>
                    </a:lnTo>
                    <a:lnTo>
                      <a:pt x="156" y="33"/>
                    </a:lnTo>
                    <a:lnTo>
                      <a:pt x="120" y="12"/>
                    </a:lnTo>
                    <a:lnTo>
                      <a:pt x="104" y="0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0" name="Google Shape;2463;p81"/>
              <p:cNvSpPr/>
              <p:nvPr/>
            </p:nvSpPr>
            <p:spPr>
              <a:xfrm>
                <a:off x="8378826" y="4367213"/>
                <a:ext cx="55563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15" h="74" extrusionOk="0">
                    <a:moveTo>
                      <a:pt x="8" y="17"/>
                    </a:moveTo>
                    <a:cubicBezTo>
                      <a:pt x="9" y="34"/>
                      <a:pt x="10" y="58"/>
                      <a:pt x="11" y="70"/>
                    </a:cubicBezTo>
                    <a:cubicBezTo>
                      <a:pt x="8" y="70"/>
                      <a:pt x="6" y="69"/>
                      <a:pt x="5" y="69"/>
                    </a:cubicBezTo>
                    <a:cubicBezTo>
                      <a:pt x="4" y="61"/>
                      <a:pt x="5" y="34"/>
                      <a:pt x="8" y="17"/>
                    </a:cubicBezTo>
                    <a:close/>
                    <a:moveTo>
                      <a:pt x="12" y="0"/>
                    </a:moveTo>
                    <a:cubicBezTo>
                      <a:pt x="1" y="7"/>
                      <a:pt x="0" y="72"/>
                      <a:pt x="2" y="73"/>
                    </a:cubicBezTo>
                    <a:cubicBezTo>
                      <a:pt x="3" y="73"/>
                      <a:pt x="8" y="74"/>
                      <a:pt x="15" y="74"/>
                    </a:cubicBezTo>
                    <a:cubicBezTo>
                      <a:pt x="13" y="62"/>
                      <a:pt x="12" y="0"/>
                      <a:pt x="1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1" name="Google Shape;2464;p81"/>
              <p:cNvSpPr/>
              <p:nvPr/>
            </p:nvSpPr>
            <p:spPr>
              <a:xfrm>
                <a:off x="8758239" y="4289426"/>
                <a:ext cx="107950" cy="4159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262" extrusionOk="0">
                    <a:moveTo>
                      <a:pt x="37" y="12"/>
                    </a:moveTo>
                    <a:lnTo>
                      <a:pt x="42" y="21"/>
                    </a:lnTo>
                    <a:lnTo>
                      <a:pt x="52" y="42"/>
                    </a:lnTo>
                    <a:lnTo>
                      <a:pt x="40" y="52"/>
                    </a:lnTo>
                    <a:lnTo>
                      <a:pt x="35" y="57"/>
                    </a:lnTo>
                    <a:lnTo>
                      <a:pt x="28" y="52"/>
                    </a:lnTo>
                    <a:lnTo>
                      <a:pt x="16" y="42"/>
                    </a:lnTo>
                    <a:lnTo>
                      <a:pt x="26" y="21"/>
                    </a:lnTo>
                    <a:lnTo>
                      <a:pt x="30" y="12"/>
                    </a:lnTo>
                    <a:lnTo>
                      <a:pt x="33" y="14"/>
                    </a:lnTo>
                    <a:lnTo>
                      <a:pt x="37" y="12"/>
                    </a:lnTo>
                    <a:lnTo>
                      <a:pt x="37" y="12"/>
                    </a:lnTo>
                    <a:close/>
                    <a:moveTo>
                      <a:pt x="35" y="83"/>
                    </a:moveTo>
                    <a:lnTo>
                      <a:pt x="35" y="83"/>
                    </a:lnTo>
                    <a:lnTo>
                      <a:pt x="35" y="87"/>
                    </a:lnTo>
                    <a:lnTo>
                      <a:pt x="37" y="97"/>
                    </a:lnTo>
                    <a:lnTo>
                      <a:pt x="37" y="102"/>
                    </a:lnTo>
                    <a:lnTo>
                      <a:pt x="40" y="109"/>
                    </a:lnTo>
                    <a:lnTo>
                      <a:pt x="42" y="113"/>
                    </a:lnTo>
                    <a:lnTo>
                      <a:pt x="42" y="123"/>
                    </a:lnTo>
                    <a:lnTo>
                      <a:pt x="45" y="128"/>
                    </a:lnTo>
                    <a:lnTo>
                      <a:pt x="47" y="135"/>
                    </a:lnTo>
                    <a:lnTo>
                      <a:pt x="47" y="139"/>
                    </a:lnTo>
                    <a:lnTo>
                      <a:pt x="49" y="149"/>
                    </a:lnTo>
                    <a:lnTo>
                      <a:pt x="49" y="154"/>
                    </a:lnTo>
                    <a:lnTo>
                      <a:pt x="52" y="161"/>
                    </a:lnTo>
                    <a:lnTo>
                      <a:pt x="54" y="165"/>
                    </a:lnTo>
                    <a:lnTo>
                      <a:pt x="54" y="175"/>
                    </a:lnTo>
                    <a:lnTo>
                      <a:pt x="56" y="180"/>
                    </a:lnTo>
                    <a:lnTo>
                      <a:pt x="59" y="187"/>
                    </a:lnTo>
                    <a:lnTo>
                      <a:pt x="59" y="191"/>
                    </a:lnTo>
                    <a:lnTo>
                      <a:pt x="59" y="191"/>
                    </a:lnTo>
                    <a:lnTo>
                      <a:pt x="35" y="251"/>
                    </a:lnTo>
                    <a:lnTo>
                      <a:pt x="33" y="251"/>
                    </a:lnTo>
                    <a:lnTo>
                      <a:pt x="9" y="194"/>
                    </a:lnTo>
                    <a:lnTo>
                      <a:pt x="9" y="191"/>
                    </a:lnTo>
                    <a:lnTo>
                      <a:pt x="11" y="184"/>
                    </a:lnTo>
                    <a:lnTo>
                      <a:pt x="14" y="175"/>
                    </a:lnTo>
                    <a:lnTo>
                      <a:pt x="14" y="170"/>
                    </a:lnTo>
                    <a:lnTo>
                      <a:pt x="16" y="158"/>
                    </a:lnTo>
                    <a:lnTo>
                      <a:pt x="18" y="154"/>
                    </a:lnTo>
                    <a:lnTo>
                      <a:pt x="21" y="144"/>
                    </a:lnTo>
                    <a:lnTo>
                      <a:pt x="21" y="137"/>
                    </a:lnTo>
                    <a:lnTo>
                      <a:pt x="23" y="128"/>
                    </a:lnTo>
                    <a:lnTo>
                      <a:pt x="26" y="123"/>
                    </a:lnTo>
                    <a:lnTo>
                      <a:pt x="28" y="111"/>
                    </a:lnTo>
                    <a:lnTo>
                      <a:pt x="28" y="106"/>
                    </a:lnTo>
                    <a:lnTo>
                      <a:pt x="30" y="97"/>
                    </a:lnTo>
                    <a:lnTo>
                      <a:pt x="33" y="90"/>
                    </a:lnTo>
                    <a:lnTo>
                      <a:pt x="35" y="83"/>
                    </a:lnTo>
                    <a:lnTo>
                      <a:pt x="35" y="83"/>
                    </a:lnTo>
                    <a:close/>
                    <a:moveTo>
                      <a:pt x="42" y="0"/>
                    </a:moveTo>
                    <a:lnTo>
                      <a:pt x="35" y="2"/>
                    </a:lnTo>
                    <a:lnTo>
                      <a:pt x="28" y="0"/>
                    </a:lnTo>
                    <a:lnTo>
                      <a:pt x="16" y="19"/>
                    </a:lnTo>
                    <a:lnTo>
                      <a:pt x="7" y="45"/>
                    </a:lnTo>
                    <a:lnTo>
                      <a:pt x="23" y="59"/>
                    </a:lnTo>
                    <a:lnTo>
                      <a:pt x="18" y="59"/>
                    </a:lnTo>
                    <a:lnTo>
                      <a:pt x="18" y="75"/>
                    </a:lnTo>
                    <a:lnTo>
                      <a:pt x="26" y="75"/>
                    </a:lnTo>
                    <a:lnTo>
                      <a:pt x="23" y="90"/>
                    </a:lnTo>
                    <a:lnTo>
                      <a:pt x="23" y="94"/>
                    </a:lnTo>
                    <a:lnTo>
                      <a:pt x="21" y="104"/>
                    </a:lnTo>
                    <a:lnTo>
                      <a:pt x="18" y="111"/>
                    </a:lnTo>
                    <a:lnTo>
                      <a:pt x="16" y="120"/>
                    </a:lnTo>
                    <a:lnTo>
                      <a:pt x="16" y="125"/>
                    </a:lnTo>
                    <a:lnTo>
                      <a:pt x="14" y="135"/>
                    </a:lnTo>
                    <a:lnTo>
                      <a:pt x="11" y="142"/>
                    </a:lnTo>
                    <a:lnTo>
                      <a:pt x="9" y="151"/>
                    </a:lnTo>
                    <a:lnTo>
                      <a:pt x="9" y="156"/>
                    </a:lnTo>
                    <a:lnTo>
                      <a:pt x="7" y="168"/>
                    </a:lnTo>
                    <a:lnTo>
                      <a:pt x="4" y="173"/>
                    </a:lnTo>
                    <a:lnTo>
                      <a:pt x="2" y="182"/>
                    </a:lnTo>
                    <a:lnTo>
                      <a:pt x="2" y="189"/>
                    </a:lnTo>
                    <a:lnTo>
                      <a:pt x="0" y="194"/>
                    </a:lnTo>
                    <a:lnTo>
                      <a:pt x="28" y="262"/>
                    </a:lnTo>
                    <a:lnTo>
                      <a:pt x="42" y="258"/>
                    </a:lnTo>
                    <a:lnTo>
                      <a:pt x="68" y="194"/>
                    </a:lnTo>
                    <a:lnTo>
                      <a:pt x="68" y="191"/>
                    </a:lnTo>
                    <a:lnTo>
                      <a:pt x="66" y="187"/>
                    </a:lnTo>
                    <a:lnTo>
                      <a:pt x="66" y="177"/>
                    </a:lnTo>
                    <a:lnTo>
                      <a:pt x="63" y="173"/>
                    </a:lnTo>
                    <a:lnTo>
                      <a:pt x="61" y="163"/>
                    </a:lnTo>
                    <a:lnTo>
                      <a:pt x="61" y="158"/>
                    </a:lnTo>
                    <a:lnTo>
                      <a:pt x="59" y="151"/>
                    </a:lnTo>
                    <a:lnTo>
                      <a:pt x="59" y="146"/>
                    </a:lnTo>
                    <a:lnTo>
                      <a:pt x="56" y="137"/>
                    </a:lnTo>
                    <a:lnTo>
                      <a:pt x="54" y="132"/>
                    </a:lnTo>
                    <a:lnTo>
                      <a:pt x="54" y="125"/>
                    </a:lnTo>
                    <a:lnTo>
                      <a:pt x="52" y="120"/>
                    </a:lnTo>
                    <a:lnTo>
                      <a:pt x="49" y="111"/>
                    </a:lnTo>
                    <a:lnTo>
                      <a:pt x="49" y="106"/>
                    </a:lnTo>
                    <a:lnTo>
                      <a:pt x="47" y="99"/>
                    </a:lnTo>
                    <a:lnTo>
                      <a:pt x="47" y="94"/>
                    </a:lnTo>
                    <a:lnTo>
                      <a:pt x="45" y="85"/>
                    </a:lnTo>
                    <a:lnTo>
                      <a:pt x="42" y="80"/>
                    </a:lnTo>
                    <a:lnTo>
                      <a:pt x="42" y="75"/>
                    </a:lnTo>
                    <a:lnTo>
                      <a:pt x="47" y="75"/>
                    </a:lnTo>
                    <a:lnTo>
                      <a:pt x="47" y="59"/>
                    </a:lnTo>
                    <a:lnTo>
                      <a:pt x="45" y="59"/>
                    </a:lnTo>
                    <a:lnTo>
                      <a:pt x="63" y="45"/>
                    </a:lnTo>
                    <a:lnTo>
                      <a:pt x="49" y="16"/>
                    </a:lnTo>
                    <a:lnTo>
                      <a:pt x="42" y="0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45550" tIns="22775" rIns="45550" bIns="2277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sp>
          <p:nvSpPr>
            <p:cNvPr id="12" name="Google Shape;2465;p81"/>
            <p:cNvSpPr txBox="1"/>
            <p:nvPr/>
          </p:nvSpPr>
          <p:spPr>
            <a:xfrm>
              <a:off x="11890697" y="12217918"/>
              <a:ext cx="2883937" cy="5930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75" tIns="22775" rIns="22775" bIns="22775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采购认证</a:t>
              </a:r>
              <a:endPara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2" name="箭头: 下 41"/>
          <p:cNvSpPr/>
          <p:nvPr/>
        </p:nvSpPr>
        <p:spPr>
          <a:xfrm>
            <a:off x="2826908" y="2371670"/>
            <a:ext cx="150303" cy="936337"/>
          </a:xfrm>
          <a:prstGeom prst="down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lvl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030020" y="4153538"/>
            <a:ext cx="1765296" cy="323165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自动分配供应商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箭头: 下 43"/>
          <p:cNvSpPr/>
          <p:nvPr/>
        </p:nvSpPr>
        <p:spPr>
          <a:xfrm rot="14580000">
            <a:off x="3743247" y="2427959"/>
            <a:ext cx="464829" cy="827552"/>
          </a:xfrm>
          <a:prstGeom prst="downArrow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lvl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5" name="箭头: 下 44"/>
          <p:cNvSpPr/>
          <p:nvPr/>
        </p:nvSpPr>
        <p:spPr>
          <a:xfrm rot="17820000">
            <a:off x="3792161" y="4235941"/>
            <a:ext cx="459750" cy="819042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lvl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6" name="箭头: 右 45"/>
          <p:cNvSpPr/>
          <p:nvPr/>
        </p:nvSpPr>
        <p:spPr>
          <a:xfrm>
            <a:off x="3618084" y="3458649"/>
            <a:ext cx="948383" cy="446554"/>
          </a:xfrm>
          <a:prstGeom prst="rightArrow">
            <a:avLst/>
          </a:prstGeom>
          <a:solidFill>
            <a:srgbClr val="BCA070"/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lvl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5096078" y="2321716"/>
            <a:ext cx="1600956" cy="49241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lvl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询报价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5096078" y="3495431"/>
            <a:ext cx="1600956" cy="492418"/>
          </a:xfrm>
          <a:prstGeom prst="roundRect">
            <a:avLst/>
          </a:prstGeom>
          <a:solidFill>
            <a:srgbClr val="BCA070"/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lvl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先报后核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9" name="矩形: 圆角 48"/>
          <p:cNvSpPr/>
          <p:nvPr/>
        </p:nvSpPr>
        <p:spPr>
          <a:xfrm>
            <a:off x="5096078" y="4739960"/>
            <a:ext cx="1600956" cy="49241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lvl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直接核价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7429114" y="2321716"/>
            <a:ext cx="1600956" cy="49241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lvl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供应商报价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9702482" y="2328065"/>
            <a:ext cx="1600956" cy="49241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lvl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定价定份额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7429114" y="3495431"/>
            <a:ext cx="1600956" cy="492418"/>
          </a:xfrm>
          <a:prstGeom prst="roundRect">
            <a:avLst/>
          </a:prstGeom>
          <a:solidFill>
            <a:srgbClr val="BCA070"/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lvl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供应商报价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9713957" y="3319224"/>
            <a:ext cx="1600956" cy="1866027"/>
          </a:xfrm>
          <a:prstGeom prst="roundRect">
            <a:avLst/>
          </a:prstGeom>
          <a:solidFill>
            <a:srgbClr val="BCA070"/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lvl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财务核价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lang="zh-CN" altLang="en-US" sz="20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确认执行价</a:t>
            </a: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54" name="直接箭头连接符 53"/>
          <p:cNvCxnSpPr>
            <a:stCxn id="47" idx="3"/>
            <a:endCxn id="50" idx="1"/>
          </p:cNvCxnSpPr>
          <p:nvPr/>
        </p:nvCxnSpPr>
        <p:spPr>
          <a:xfrm>
            <a:off x="6697034" y="2567925"/>
            <a:ext cx="732080" cy="0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50" idx="3"/>
            <a:endCxn id="51" idx="1"/>
          </p:cNvCxnSpPr>
          <p:nvPr/>
        </p:nvCxnSpPr>
        <p:spPr>
          <a:xfrm>
            <a:off x="9030070" y="2567925"/>
            <a:ext cx="672412" cy="6349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48" idx="3"/>
            <a:endCxn id="52" idx="1"/>
          </p:cNvCxnSpPr>
          <p:nvPr/>
        </p:nvCxnSpPr>
        <p:spPr>
          <a:xfrm>
            <a:off x="6697034" y="3741640"/>
            <a:ext cx="732080" cy="0"/>
          </a:xfrm>
          <a:prstGeom prst="straightConnector1">
            <a:avLst/>
          </a:prstGeom>
          <a:ln w="38100">
            <a:solidFill>
              <a:srgbClr val="BCA0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52" idx="3"/>
          </p:cNvCxnSpPr>
          <p:nvPr/>
        </p:nvCxnSpPr>
        <p:spPr>
          <a:xfrm flipV="1">
            <a:off x="9030070" y="3735292"/>
            <a:ext cx="683887" cy="6348"/>
          </a:xfrm>
          <a:prstGeom prst="straightConnector1">
            <a:avLst/>
          </a:prstGeom>
          <a:ln w="38100">
            <a:solidFill>
              <a:srgbClr val="BCA0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曲线 57"/>
          <p:cNvCxnSpPr/>
          <p:nvPr/>
        </p:nvCxnSpPr>
        <p:spPr>
          <a:xfrm rot="16200000" flipV="1">
            <a:off x="7765445" y="-502805"/>
            <a:ext cx="943128" cy="4447680"/>
          </a:xfrm>
          <a:prstGeom prst="curvedConnector2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49" idx="3"/>
          </p:cNvCxnSpPr>
          <p:nvPr/>
        </p:nvCxnSpPr>
        <p:spPr>
          <a:xfrm flipV="1">
            <a:off x="6697034" y="4970854"/>
            <a:ext cx="3054537" cy="1531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5442204" y="1959783"/>
            <a:ext cx="841676" cy="323165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外购类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475718" y="3127987"/>
            <a:ext cx="841676" cy="323165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外协类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483832" y="4432270"/>
            <a:ext cx="841676" cy="323165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核算类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5096078" y="5643964"/>
            <a:ext cx="1600956" cy="496092"/>
          </a:xfrm>
          <a:prstGeom prst="roundRect">
            <a:avLst/>
          </a:prstGeom>
          <a:solidFill>
            <a:srgbClr val="434579"/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algn="ctr" defTabSz="532765">
              <a:lnSpc>
                <a:spcPct val="90000"/>
              </a:lnSpc>
              <a:spcAft>
                <a:spcPct val="35000"/>
              </a:spcAft>
            </a:pPr>
            <a:r>
              <a:rPr lang="zh-CN" altLang="en-US" sz="2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采购订单</a:t>
            </a:r>
            <a:endParaRPr lang="zh-CN" altLang="en-US" sz="2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64" name="连接符: 肘形 63"/>
          <p:cNvCxnSpPr>
            <a:stCxn id="43" idx="2"/>
            <a:endCxn id="63" idx="1"/>
          </p:cNvCxnSpPr>
          <p:nvPr/>
        </p:nvCxnSpPr>
        <p:spPr>
          <a:xfrm rot="16200000" flipH="1">
            <a:off x="3296720" y="4092651"/>
            <a:ext cx="1415307" cy="2183410"/>
          </a:xfrm>
          <a:prstGeom prst="bent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/>
          <p:cNvSpPr/>
          <p:nvPr/>
        </p:nvSpPr>
        <p:spPr>
          <a:xfrm>
            <a:off x="9476992" y="5647368"/>
            <a:ext cx="1826445" cy="496092"/>
          </a:xfrm>
          <a:prstGeom prst="roundRect">
            <a:avLst/>
          </a:prstGeom>
          <a:solidFill>
            <a:srgbClr val="434579"/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algn="ctr" defTabSz="532765">
              <a:lnSpc>
                <a:spcPct val="90000"/>
              </a:lnSpc>
              <a:spcAft>
                <a:spcPct val="35000"/>
              </a:spcAft>
            </a:pPr>
            <a:r>
              <a:rPr lang="zh-CN" altLang="en-US" sz="2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更新订单价</a:t>
            </a:r>
            <a:endParaRPr lang="zh-CN" altLang="en-US" sz="2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66" name="直接箭头连接符 65"/>
          <p:cNvCxnSpPr>
            <a:stCxn id="63" idx="3"/>
            <a:endCxn id="65" idx="1"/>
          </p:cNvCxnSpPr>
          <p:nvPr/>
        </p:nvCxnSpPr>
        <p:spPr>
          <a:xfrm>
            <a:off x="6697034" y="5892010"/>
            <a:ext cx="2779958" cy="3404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箭头: 下 66"/>
          <p:cNvSpPr/>
          <p:nvPr/>
        </p:nvSpPr>
        <p:spPr>
          <a:xfrm>
            <a:off x="10523282" y="5286602"/>
            <a:ext cx="444500" cy="293309"/>
          </a:xfrm>
          <a:prstGeom prst="downArrow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lIns="64008" tIns="32004" rIns="106013" bIns="32004" spcCol="1270" rtlCol="0" anchor="ctr"/>
          <a:lstStyle/>
          <a:p>
            <a:pPr marL="0" marR="0" lvl="0" indent="0" algn="ctr" defTabSz="5327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2396086" y="2240726"/>
            <a:ext cx="216271" cy="1154162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份额审核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10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S02—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招投标功能框架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40842" y="1682044"/>
            <a:ext cx="973470" cy="4336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招标单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2644620" y="1682044"/>
            <a:ext cx="973470" cy="4336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专家及评分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2644620" y="2737556"/>
            <a:ext cx="973470" cy="4336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标书发布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2644620" y="3696630"/>
            <a:ext cx="973470" cy="4336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响应投标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644620" y="4599259"/>
            <a:ext cx="973470" cy="4336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保证金缴纳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2644620" y="5648642"/>
            <a:ext cx="973470" cy="4336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在线投标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321020" y="5648641"/>
            <a:ext cx="973470" cy="4336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在线开标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279649" y="5648639"/>
            <a:ext cx="973470" cy="4336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专家评标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9039022" y="5648638"/>
            <a:ext cx="973470" cy="4336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中标通知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039022" y="4570071"/>
            <a:ext cx="973470" cy="4336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后续处理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9038267" y="3651474"/>
            <a:ext cx="973470" cy="4336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归档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2" name="直接箭头连接符 81"/>
          <p:cNvCxnSpPr>
            <a:stCxn id="71" idx="3"/>
            <a:endCxn id="72" idx="1"/>
          </p:cNvCxnSpPr>
          <p:nvPr/>
        </p:nvCxnSpPr>
        <p:spPr>
          <a:xfrm>
            <a:off x="1614312" y="1898873"/>
            <a:ext cx="1030308" cy="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3" name="直接箭头连接符 82"/>
          <p:cNvCxnSpPr>
            <a:stCxn id="72" idx="2"/>
            <a:endCxn id="73" idx="0"/>
          </p:cNvCxnSpPr>
          <p:nvPr/>
        </p:nvCxnSpPr>
        <p:spPr>
          <a:xfrm>
            <a:off x="3131355" y="2115701"/>
            <a:ext cx="0" cy="621855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4" name="直接箭头连接符 83"/>
          <p:cNvCxnSpPr>
            <a:stCxn id="73" idx="2"/>
            <a:endCxn id="74" idx="0"/>
          </p:cNvCxnSpPr>
          <p:nvPr/>
        </p:nvCxnSpPr>
        <p:spPr>
          <a:xfrm>
            <a:off x="3131355" y="3171213"/>
            <a:ext cx="0" cy="525417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5" name="直接箭头连接符 84"/>
          <p:cNvCxnSpPr>
            <a:stCxn id="74" idx="2"/>
            <a:endCxn id="75" idx="0"/>
          </p:cNvCxnSpPr>
          <p:nvPr/>
        </p:nvCxnSpPr>
        <p:spPr>
          <a:xfrm>
            <a:off x="3131355" y="4130287"/>
            <a:ext cx="0" cy="468972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6" name="直接箭头连接符 85"/>
          <p:cNvCxnSpPr>
            <a:stCxn id="75" idx="2"/>
            <a:endCxn id="76" idx="0"/>
          </p:cNvCxnSpPr>
          <p:nvPr/>
        </p:nvCxnSpPr>
        <p:spPr>
          <a:xfrm>
            <a:off x="3131355" y="5032916"/>
            <a:ext cx="0" cy="615726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7" name="直接箭头连接符 86"/>
          <p:cNvCxnSpPr>
            <a:stCxn id="76" idx="3"/>
            <a:endCxn id="77" idx="1"/>
          </p:cNvCxnSpPr>
          <p:nvPr/>
        </p:nvCxnSpPr>
        <p:spPr>
          <a:xfrm flipV="1">
            <a:off x="3618090" y="5865470"/>
            <a:ext cx="702930" cy="1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8" name="直接箭头连接符 87"/>
          <p:cNvCxnSpPr>
            <a:stCxn id="77" idx="3"/>
            <a:endCxn id="78" idx="1"/>
          </p:cNvCxnSpPr>
          <p:nvPr/>
        </p:nvCxnSpPr>
        <p:spPr>
          <a:xfrm flipV="1">
            <a:off x="5294490" y="5865468"/>
            <a:ext cx="985159" cy="2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9" name="直接箭头连接符 88"/>
          <p:cNvCxnSpPr>
            <a:stCxn id="78" idx="3"/>
            <a:endCxn id="79" idx="1"/>
          </p:cNvCxnSpPr>
          <p:nvPr/>
        </p:nvCxnSpPr>
        <p:spPr>
          <a:xfrm flipV="1">
            <a:off x="7253119" y="5865467"/>
            <a:ext cx="1785903" cy="1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0" name="直接箭头连接符 89"/>
          <p:cNvCxnSpPr>
            <a:stCxn id="79" idx="0"/>
            <a:endCxn id="80" idx="2"/>
          </p:cNvCxnSpPr>
          <p:nvPr/>
        </p:nvCxnSpPr>
        <p:spPr>
          <a:xfrm flipV="1">
            <a:off x="9525757" y="5003728"/>
            <a:ext cx="0" cy="64491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1" name="直接箭头连接符 90"/>
          <p:cNvCxnSpPr>
            <a:stCxn id="80" idx="0"/>
            <a:endCxn id="81" idx="2"/>
          </p:cNvCxnSpPr>
          <p:nvPr/>
        </p:nvCxnSpPr>
        <p:spPr>
          <a:xfrm flipH="1" flipV="1">
            <a:off x="9525002" y="4085131"/>
            <a:ext cx="755" cy="48494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2" name="文本框 91"/>
          <p:cNvSpPr txBox="1"/>
          <p:nvPr/>
        </p:nvSpPr>
        <p:spPr>
          <a:xfrm>
            <a:off x="1131909" y="1013842"/>
            <a:ext cx="2486181" cy="477054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创建招标项目，并制定计划，确定招标方案</a:t>
            </a:r>
            <a:endParaRPr lang="zh-CN" altLang="en-US" sz="1400" dirty="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857956" y="752660"/>
            <a:ext cx="756356" cy="929384"/>
            <a:chOff x="857956" y="526880"/>
            <a:chExt cx="756356" cy="929384"/>
          </a:xfrm>
        </p:grpSpPr>
        <p:cxnSp>
          <p:nvCxnSpPr>
            <p:cNvPr id="94" name="直接连接符 93"/>
            <p:cNvCxnSpPr/>
            <p:nvPr/>
          </p:nvCxnSpPr>
          <p:spPr>
            <a:xfrm flipV="1">
              <a:off x="857956" y="609600"/>
              <a:ext cx="269621" cy="846664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95" name="直接连接符 94"/>
            <p:cNvCxnSpPr/>
            <p:nvPr/>
          </p:nvCxnSpPr>
          <p:spPr>
            <a:xfrm flipV="1">
              <a:off x="1127577" y="526880"/>
              <a:ext cx="486735" cy="90702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</p:grpSp>
      <p:sp>
        <p:nvSpPr>
          <p:cNvPr id="96" name="文本框 95"/>
          <p:cNvSpPr txBox="1"/>
          <p:nvPr/>
        </p:nvSpPr>
        <p:spPr>
          <a:xfrm>
            <a:off x="3969555" y="1142935"/>
            <a:ext cx="3025422" cy="477054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专家评委设定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评分标准设定</a:t>
            </a:r>
            <a:endParaRPr lang="zh-CN" altLang="en-US" sz="1400" dirty="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3482820" y="835380"/>
            <a:ext cx="973470" cy="784609"/>
            <a:chOff x="857956" y="526880"/>
            <a:chExt cx="756356" cy="929384"/>
          </a:xfrm>
        </p:grpSpPr>
        <p:cxnSp>
          <p:nvCxnSpPr>
            <p:cNvPr id="98" name="直接连接符 97"/>
            <p:cNvCxnSpPr/>
            <p:nvPr/>
          </p:nvCxnSpPr>
          <p:spPr>
            <a:xfrm flipV="1">
              <a:off x="857956" y="609600"/>
              <a:ext cx="269621" cy="846664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99" name="直接连接符 98"/>
            <p:cNvCxnSpPr/>
            <p:nvPr/>
          </p:nvCxnSpPr>
          <p:spPr>
            <a:xfrm flipV="1">
              <a:off x="1127577" y="526880"/>
              <a:ext cx="486735" cy="90702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</p:grpSp>
      <p:sp>
        <p:nvSpPr>
          <p:cNvPr id="100" name="文本框 99"/>
          <p:cNvSpPr txBox="1"/>
          <p:nvPr/>
        </p:nvSpPr>
        <p:spPr>
          <a:xfrm>
            <a:off x="3915509" y="2325147"/>
            <a:ext cx="3025422" cy="692497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上传</a:t>
            </a:r>
            <a:r>
              <a:rPr lang="en-US" altLang="zh-CN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URS&amp;</a:t>
            </a: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投标须知</a:t>
            </a:r>
            <a:r>
              <a:rPr lang="en-US" altLang="zh-CN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要求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制定投标人资质规范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标书发布</a:t>
            </a:r>
            <a:endParaRPr lang="zh-CN" altLang="en-US" sz="1400" dirty="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794212" y="3472966"/>
            <a:ext cx="1640199" cy="477054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供应商在线响应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提交资质文档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824016" y="4483761"/>
            <a:ext cx="1700220" cy="261610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缴纳投标保证金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775844" y="5431810"/>
            <a:ext cx="1700220" cy="907941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供应商在线投标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先商务后技术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先技术后商务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商务技术同时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4724577" y="5111301"/>
            <a:ext cx="1323888" cy="477054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开标小组集体在线开标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6524620" y="4364774"/>
            <a:ext cx="485893" cy="635917"/>
            <a:chOff x="6040351" y="3652440"/>
            <a:chExt cx="485893" cy="699509"/>
          </a:xfrm>
          <a:solidFill>
            <a:srgbClr val="0066CB">
              <a:lumMod val="60000"/>
              <a:lumOff val="40000"/>
            </a:srgbClr>
          </a:solidFill>
        </p:grpSpPr>
        <p:sp>
          <p:nvSpPr>
            <p:cNvPr id="106" name="圆柱形 85"/>
            <p:cNvSpPr/>
            <p:nvPr/>
          </p:nvSpPr>
          <p:spPr>
            <a:xfrm>
              <a:off x="6063329" y="3652440"/>
              <a:ext cx="462915" cy="243205"/>
            </a:xfrm>
            <a:prstGeom prst="can">
              <a:avLst/>
            </a:prstGeom>
            <a:grpFill/>
            <a:ln w="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6040351" y="3976718"/>
              <a:ext cx="476412" cy="375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pPr marL="128905" marR="0" lvl="0" indent="-128905" defTabSz="914400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CCCCCC">
                      <a:lumMod val="10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专家库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None/>
                <a:defRPr/>
              </a:pP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108" name="直接箭头连接符 107"/>
          <p:cNvCxnSpPr>
            <a:stCxn id="107" idx="2"/>
            <a:endCxn id="78" idx="0"/>
          </p:cNvCxnSpPr>
          <p:nvPr/>
        </p:nvCxnSpPr>
        <p:spPr>
          <a:xfrm>
            <a:off x="6762826" y="5000691"/>
            <a:ext cx="3558" cy="647948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9" name="文本框 108"/>
          <p:cNvSpPr txBox="1"/>
          <p:nvPr/>
        </p:nvSpPr>
        <p:spPr>
          <a:xfrm>
            <a:off x="7087922" y="5028520"/>
            <a:ext cx="1979566" cy="477054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专家库抽取评标专家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在线评标打分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0255832" y="4360732"/>
            <a:ext cx="1552758" cy="477054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保证金退回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供应商处理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9967965" y="3158561"/>
            <a:ext cx="1840625" cy="261610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投标文档自动归档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10308775" y="5448506"/>
            <a:ext cx="1840625" cy="477054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285750" indent="-285750" defTabSz="914400">
              <a:buClr>
                <a:srgbClr val="0066CB">
                  <a:lumMod val="60000"/>
                  <a:lumOff val="40000"/>
                </a:srgbClr>
              </a:buClr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自定义公示范围和公示方式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3474434" y="1978629"/>
            <a:ext cx="973470" cy="784609"/>
            <a:chOff x="857956" y="526880"/>
            <a:chExt cx="756356" cy="929384"/>
          </a:xfrm>
        </p:grpSpPr>
        <p:cxnSp>
          <p:nvCxnSpPr>
            <p:cNvPr id="114" name="直接连接符 113"/>
            <p:cNvCxnSpPr/>
            <p:nvPr/>
          </p:nvCxnSpPr>
          <p:spPr>
            <a:xfrm flipV="1">
              <a:off x="857956" y="609600"/>
              <a:ext cx="269621" cy="846664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115" name="直接连接符 114"/>
            <p:cNvCxnSpPr/>
            <p:nvPr/>
          </p:nvCxnSpPr>
          <p:spPr>
            <a:xfrm flipV="1">
              <a:off x="1127577" y="526880"/>
              <a:ext cx="486735" cy="90702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</p:grpSp>
      <p:grpSp>
        <p:nvGrpSpPr>
          <p:cNvPr id="116" name="组合 115"/>
          <p:cNvGrpSpPr/>
          <p:nvPr/>
        </p:nvGrpSpPr>
        <p:grpSpPr>
          <a:xfrm flipH="1">
            <a:off x="1746663" y="3020643"/>
            <a:ext cx="850927" cy="784609"/>
            <a:chOff x="857956" y="526880"/>
            <a:chExt cx="756356" cy="929384"/>
          </a:xfrm>
        </p:grpSpPr>
        <p:cxnSp>
          <p:nvCxnSpPr>
            <p:cNvPr id="117" name="直接连接符 116"/>
            <p:cNvCxnSpPr/>
            <p:nvPr/>
          </p:nvCxnSpPr>
          <p:spPr>
            <a:xfrm flipV="1">
              <a:off x="857956" y="609600"/>
              <a:ext cx="269621" cy="846664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118" name="直接连接符 117"/>
            <p:cNvCxnSpPr/>
            <p:nvPr/>
          </p:nvCxnSpPr>
          <p:spPr>
            <a:xfrm flipV="1">
              <a:off x="1127577" y="526880"/>
              <a:ext cx="486735" cy="90702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</p:grpSp>
      <p:grpSp>
        <p:nvGrpSpPr>
          <p:cNvPr id="119" name="组合 118"/>
          <p:cNvGrpSpPr/>
          <p:nvPr/>
        </p:nvGrpSpPr>
        <p:grpSpPr>
          <a:xfrm flipH="1">
            <a:off x="1790135" y="4199331"/>
            <a:ext cx="850927" cy="784609"/>
            <a:chOff x="857956" y="526880"/>
            <a:chExt cx="756356" cy="929384"/>
          </a:xfrm>
        </p:grpSpPr>
        <p:cxnSp>
          <p:nvCxnSpPr>
            <p:cNvPr id="120" name="直接连接符 119"/>
            <p:cNvCxnSpPr/>
            <p:nvPr/>
          </p:nvCxnSpPr>
          <p:spPr>
            <a:xfrm flipV="1">
              <a:off x="857956" y="609600"/>
              <a:ext cx="269621" cy="846664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121" name="直接连接符 120"/>
            <p:cNvCxnSpPr/>
            <p:nvPr/>
          </p:nvCxnSpPr>
          <p:spPr>
            <a:xfrm flipV="1">
              <a:off x="1127577" y="526880"/>
              <a:ext cx="486735" cy="90702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</p:grpSp>
      <p:grpSp>
        <p:nvGrpSpPr>
          <p:cNvPr id="122" name="组合 121"/>
          <p:cNvGrpSpPr/>
          <p:nvPr/>
        </p:nvGrpSpPr>
        <p:grpSpPr>
          <a:xfrm flipH="1">
            <a:off x="1704361" y="5122440"/>
            <a:ext cx="850927" cy="784609"/>
            <a:chOff x="857956" y="526880"/>
            <a:chExt cx="756356" cy="929384"/>
          </a:xfrm>
        </p:grpSpPr>
        <p:cxnSp>
          <p:nvCxnSpPr>
            <p:cNvPr id="123" name="直接连接符 122"/>
            <p:cNvCxnSpPr/>
            <p:nvPr/>
          </p:nvCxnSpPr>
          <p:spPr>
            <a:xfrm flipV="1">
              <a:off x="857956" y="609600"/>
              <a:ext cx="269621" cy="846664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124" name="直接连接符 123"/>
            <p:cNvCxnSpPr/>
            <p:nvPr/>
          </p:nvCxnSpPr>
          <p:spPr>
            <a:xfrm flipV="1">
              <a:off x="1127577" y="526880"/>
              <a:ext cx="486735" cy="90702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</p:grpSp>
      <p:grpSp>
        <p:nvGrpSpPr>
          <p:cNvPr id="125" name="组合 124"/>
          <p:cNvGrpSpPr/>
          <p:nvPr/>
        </p:nvGrpSpPr>
        <p:grpSpPr>
          <a:xfrm>
            <a:off x="4428324" y="4769571"/>
            <a:ext cx="973470" cy="784609"/>
            <a:chOff x="857956" y="526880"/>
            <a:chExt cx="756356" cy="929384"/>
          </a:xfrm>
        </p:grpSpPr>
        <p:cxnSp>
          <p:nvCxnSpPr>
            <p:cNvPr id="126" name="直接连接符 125"/>
            <p:cNvCxnSpPr/>
            <p:nvPr/>
          </p:nvCxnSpPr>
          <p:spPr>
            <a:xfrm flipV="1">
              <a:off x="857956" y="609600"/>
              <a:ext cx="269621" cy="846664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127" name="直接连接符 126"/>
            <p:cNvCxnSpPr/>
            <p:nvPr/>
          </p:nvCxnSpPr>
          <p:spPr>
            <a:xfrm flipV="1">
              <a:off x="1127577" y="526880"/>
              <a:ext cx="486735" cy="90702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</p:grpSp>
      <p:grpSp>
        <p:nvGrpSpPr>
          <p:cNvPr id="128" name="组合 127"/>
          <p:cNvGrpSpPr/>
          <p:nvPr/>
        </p:nvGrpSpPr>
        <p:grpSpPr>
          <a:xfrm>
            <a:off x="6793055" y="4810788"/>
            <a:ext cx="973470" cy="784609"/>
            <a:chOff x="857956" y="526880"/>
            <a:chExt cx="756356" cy="929384"/>
          </a:xfrm>
        </p:grpSpPr>
        <p:cxnSp>
          <p:nvCxnSpPr>
            <p:cNvPr id="129" name="直接连接符 128"/>
            <p:cNvCxnSpPr/>
            <p:nvPr/>
          </p:nvCxnSpPr>
          <p:spPr>
            <a:xfrm flipV="1">
              <a:off x="857956" y="609600"/>
              <a:ext cx="269621" cy="846664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130" name="直接连接符 129"/>
            <p:cNvCxnSpPr/>
            <p:nvPr/>
          </p:nvCxnSpPr>
          <p:spPr>
            <a:xfrm flipV="1">
              <a:off x="1127577" y="526880"/>
              <a:ext cx="486735" cy="90702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</p:grpSp>
      <p:grpSp>
        <p:nvGrpSpPr>
          <p:cNvPr id="131" name="组合 130"/>
          <p:cNvGrpSpPr/>
          <p:nvPr/>
        </p:nvGrpSpPr>
        <p:grpSpPr>
          <a:xfrm>
            <a:off x="10000167" y="5155712"/>
            <a:ext cx="973470" cy="784609"/>
            <a:chOff x="857956" y="526880"/>
            <a:chExt cx="756356" cy="929384"/>
          </a:xfrm>
        </p:grpSpPr>
        <p:cxnSp>
          <p:nvCxnSpPr>
            <p:cNvPr id="132" name="直接连接符 131"/>
            <p:cNvCxnSpPr/>
            <p:nvPr/>
          </p:nvCxnSpPr>
          <p:spPr>
            <a:xfrm flipV="1">
              <a:off x="857956" y="609600"/>
              <a:ext cx="269621" cy="846664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133" name="直接连接符 132"/>
            <p:cNvCxnSpPr/>
            <p:nvPr/>
          </p:nvCxnSpPr>
          <p:spPr>
            <a:xfrm flipV="1">
              <a:off x="1127577" y="526880"/>
              <a:ext cx="486735" cy="90702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</p:grpSp>
      <p:grpSp>
        <p:nvGrpSpPr>
          <p:cNvPr id="134" name="组合 133"/>
          <p:cNvGrpSpPr/>
          <p:nvPr/>
        </p:nvGrpSpPr>
        <p:grpSpPr>
          <a:xfrm>
            <a:off x="9999714" y="3966233"/>
            <a:ext cx="973470" cy="784609"/>
            <a:chOff x="857956" y="526880"/>
            <a:chExt cx="756356" cy="929384"/>
          </a:xfrm>
        </p:grpSpPr>
        <p:cxnSp>
          <p:nvCxnSpPr>
            <p:cNvPr id="135" name="直接连接符 134"/>
            <p:cNvCxnSpPr/>
            <p:nvPr/>
          </p:nvCxnSpPr>
          <p:spPr>
            <a:xfrm flipV="1">
              <a:off x="857956" y="609600"/>
              <a:ext cx="269621" cy="846664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136" name="直接连接符 135"/>
            <p:cNvCxnSpPr/>
            <p:nvPr/>
          </p:nvCxnSpPr>
          <p:spPr>
            <a:xfrm flipV="1">
              <a:off x="1127577" y="526880"/>
              <a:ext cx="486735" cy="90702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</p:grpSp>
      <p:grpSp>
        <p:nvGrpSpPr>
          <p:cNvPr id="137" name="组合 136"/>
          <p:cNvGrpSpPr/>
          <p:nvPr/>
        </p:nvGrpSpPr>
        <p:grpSpPr>
          <a:xfrm>
            <a:off x="9602921" y="2864767"/>
            <a:ext cx="973470" cy="784609"/>
            <a:chOff x="857956" y="526880"/>
            <a:chExt cx="756356" cy="929384"/>
          </a:xfrm>
        </p:grpSpPr>
        <p:cxnSp>
          <p:nvCxnSpPr>
            <p:cNvPr id="138" name="直接连接符 137"/>
            <p:cNvCxnSpPr/>
            <p:nvPr/>
          </p:nvCxnSpPr>
          <p:spPr>
            <a:xfrm flipV="1">
              <a:off x="857956" y="609600"/>
              <a:ext cx="269621" cy="846664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139" name="直接连接符 138"/>
            <p:cNvCxnSpPr/>
            <p:nvPr/>
          </p:nvCxnSpPr>
          <p:spPr>
            <a:xfrm flipV="1">
              <a:off x="1127577" y="526880"/>
              <a:ext cx="486735" cy="90702"/>
            </a:xfrm>
            <a:prstGeom prst="line">
              <a:avLst/>
            </a:prstGeom>
            <a:noFill/>
            <a:ln w="12700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S02—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竞价业务场景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箭头: 五边形 40"/>
          <p:cNvSpPr/>
          <p:nvPr/>
        </p:nvSpPr>
        <p:spPr>
          <a:xfrm>
            <a:off x="697293" y="1009812"/>
            <a:ext cx="10284844" cy="158484"/>
          </a:xfrm>
          <a:prstGeom prst="homePlate">
            <a:avLst/>
          </a:prstGeom>
          <a:solidFill>
            <a:srgbClr val="0066CB">
              <a:lumMod val="60000"/>
              <a:lumOff val="40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42" name="连接符: 肘形 41"/>
          <p:cNvCxnSpPr>
            <a:stCxn id="56" idx="2"/>
            <a:endCxn id="58" idx="1"/>
          </p:cNvCxnSpPr>
          <p:nvPr/>
        </p:nvCxnSpPr>
        <p:spPr>
          <a:xfrm rot="16200000" flipH="1">
            <a:off x="2291763" y="2931814"/>
            <a:ext cx="1883628" cy="898095"/>
          </a:xfrm>
          <a:prstGeom prst="bentConnector2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3" name="Oval 8"/>
          <p:cNvSpPr>
            <a:spLocks noChangeArrowheads="1"/>
          </p:cNvSpPr>
          <p:nvPr/>
        </p:nvSpPr>
        <p:spPr bwMode="auto">
          <a:xfrm>
            <a:off x="1202712" y="783885"/>
            <a:ext cx="576065" cy="576064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1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44" name="TextBox 6"/>
          <p:cNvSpPr txBox="1"/>
          <p:nvPr/>
        </p:nvSpPr>
        <p:spPr>
          <a:xfrm>
            <a:off x="966255" y="1399245"/>
            <a:ext cx="1066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en-US" altLang="zh-CN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需求来源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11"/>
          <p:cNvSpPr txBox="1"/>
          <p:nvPr/>
        </p:nvSpPr>
        <p:spPr>
          <a:xfrm>
            <a:off x="5090597" y="149315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竞价执行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16"/>
          <p:cNvSpPr txBox="1"/>
          <p:nvPr/>
        </p:nvSpPr>
        <p:spPr>
          <a:xfrm>
            <a:off x="9306218" y="135218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结果应用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Oval 8"/>
          <p:cNvSpPr>
            <a:spLocks noChangeArrowheads="1"/>
          </p:cNvSpPr>
          <p:nvPr/>
        </p:nvSpPr>
        <p:spPr bwMode="auto">
          <a:xfrm>
            <a:off x="9482411" y="788495"/>
            <a:ext cx="576065" cy="576064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3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48" name="Oval 8"/>
          <p:cNvSpPr>
            <a:spLocks noChangeArrowheads="1"/>
          </p:cNvSpPr>
          <p:nvPr/>
        </p:nvSpPr>
        <p:spPr bwMode="auto">
          <a:xfrm>
            <a:off x="5191458" y="787892"/>
            <a:ext cx="576065" cy="576064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2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49" name="圆角矩形 22"/>
          <p:cNvSpPr/>
          <p:nvPr/>
        </p:nvSpPr>
        <p:spPr>
          <a:xfrm>
            <a:off x="117343" y="1450261"/>
            <a:ext cx="514350" cy="3847597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txBody>
          <a:bodyPr vert="wordArtVertRtl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竞标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"/>
          <p:cNvSpPr>
            <a:spLocks noChangeArrowheads="1"/>
          </p:cNvSpPr>
          <p:nvPr/>
        </p:nvSpPr>
        <p:spPr bwMode="auto">
          <a:xfrm>
            <a:off x="128633" y="5389941"/>
            <a:ext cx="10379998" cy="1062179"/>
          </a:xfrm>
          <a:prstGeom prst="rect">
            <a:avLst/>
          </a:prstGeom>
          <a:noFill/>
          <a:ln w="9525" cap="flat" cmpd="sng" algn="ctr">
            <a:solidFill>
              <a:srgbClr val="0070C0">
                <a:lumMod val="40000"/>
                <a:lumOff val="60000"/>
              </a:srgbClr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219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2"/>
          <p:cNvSpPr txBox="1"/>
          <p:nvPr/>
        </p:nvSpPr>
        <p:spPr>
          <a:xfrm>
            <a:off x="1578522" y="5276417"/>
            <a:ext cx="8930110" cy="133070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 anchorCtr="0">
            <a:noAutofit/>
          </a:bodyPr>
          <a:lstStyle/>
          <a:p>
            <a:pPr marL="228600" indent="-228600" defTabSz="1219200"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2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商务管理可追溯，核价便于评估，竞价过程在线，历史价格辅助核价，提升商务管理流程的透明性，保密性，准确性。</a:t>
            </a:r>
            <a:endParaRPr lang="en-US" altLang="zh-CN" sz="120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 defTabSz="1219200"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2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竞价报价将传统买方与卖方之间的谈判博弈，转变为供应商与供应商之间相互竞争，连续多次报价，给供应商提供了平等竞争的机会，促使竞价程度加深，使买方能得到最优市场价格。</a:t>
            </a:r>
            <a:endParaRPr lang="en-US" altLang="zh-CN" sz="120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 defTabSz="1219200"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2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竞价结果可以直接生成价格信息记录、货源清单，减少手工处理的工作量和出错概率，增加业务准确性，也便于后续业务追溯。</a:t>
            </a:r>
            <a:endParaRPr lang="zh-CN" altLang="zh-CN" sz="120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18"/>
          <p:cNvSpPr>
            <a:spLocks noChangeArrowheads="1"/>
          </p:cNvSpPr>
          <p:nvPr/>
        </p:nvSpPr>
        <p:spPr bwMode="auto">
          <a:xfrm>
            <a:off x="173625" y="5443419"/>
            <a:ext cx="1256895" cy="968636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 w="19050" algn="ctr">
            <a:noFill/>
            <a:miter lim="800000"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业务要点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圆角矩形 22"/>
          <p:cNvSpPr/>
          <p:nvPr/>
        </p:nvSpPr>
        <p:spPr>
          <a:xfrm>
            <a:off x="889360" y="2078208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创建竞价单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圆角矩形 22"/>
          <p:cNvSpPr/>
          <p:nvPr/>
        </p:nvSpPr>
        <p:spPr>
          <a:xfrm>
            <a:off x="880445" y="2537248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新物料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圆角矩形 22"/>
          <p:cNvSpPr/>
          <p:nvPr/>
        </p:nvSpPr>
        <p:spPr>
          <a:xfrm>
            <a:off x="889360" y="3002558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其他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圆角矩形 22"/>
          <p:cNvSpPr/>
          <p:nvPr/>
        </p:nvSpPr>
        <p:spPr>
          <a:xfrm>
            <a:off x="2208466" y="2079008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发布竞价单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7" name="直接箭头连接符 56"/>
          <p:cNvCxnSpPr>
            <a:stCxn id="53" idx="3"/>
            <a:endCxn id="56" idx="1"/>
          </p:cNvCxnSpPr>
          <p:nvPr/>
        </p:nvCxnSpPr>
        <p:spPr>
          <a:xfrm>
            <a:off x="2041488" y="2258228"/>
            <a:ext cx="166978" cy="80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8" name="圆角矩形 22"/>
          <p:cNvSpPr/>
          <p:nvPr/>
        </p:nvSpPr>
        <p:spPr>
          <a:xfrm>
            <a:off x="3682625" y="4142656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在线报价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200131" y="2545867"/>
            <a:ext cx="1160463" cy="92075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lumMod val="85000"/>
              </a:srgbClr>
            </a:solidFill>
            <a:prstDash val="sysDash"/>
          </a:ln>
        </p:spPr>
        <p:txBody>
          <a:bodyPr lIns="96000">
            <a:spAutoFit/>
          </a:bodyPr>
          <a:lstStyle/>
          <a:p>
            <a:pPr marL="171450" marR="0" lvl="0" indent="-171450" defTabSz="121920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华文楷体" panose="02010600040101010101" pitchFamily="2" charset="-122"/>
                <a:sym typeface="+mn-ea"/>
              </a:rPr>
              <a:t>竞价供应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华文楷体" panose="02010600040101010101" pitchFamily="2" charset="-122"/>
                <a:sym typeface="+mn-ea"/>
              </a:rPr>
              <a:t>商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华文楷体" panose="02010600040101010101" pitchFamily="2" charset="-122"/>
              <a:sym typeface="+mn-ea"/>
            </a:endParaRPr>
          </a:p>
          <a:p>
            <a:pPr marL="171450" marR="0" lvl="0" indent="-171450" defTabSz="121920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华文楷体" panose="02010600040101010101" pitchFamily="2" charset="-122"/>
                <a:sym typeface="+mn-ea"/>
              </a:rPr>
              <a:t>竞价截止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华文楷体" panose="02010600040101010101" pitchFamily="2" charset="-122"/>
                <a:sym typeface="+mn-ea"/>
              </a:rPr>
              <a:t>时间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华文楷体" panose="02010600040101010101" pitchFamily="2" charset="-122"/>
              <a:sym typeface="+mn-ea"/>
            </a:endParaRPr>
          </a:p>
          <a:p>
            <a:pPr marL="171450" marR="0" lvl="0" indent="-171450" defTabSz="121920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华文楷体" panose="02010600040101010101" pitchFamily="2" charset="-122"/>
                <a:sym typeface="+mn-ea"/>
              </a:rPr>
              <a:t>邮件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华文楷体" panose="02010600040101010101" pitchFamily="2" charset="-122"/>
                <a:sym typeface="+mn-ea"/>
              </a:rPr>
              <a:t>/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华文楷体" panose="02010600040101010101" pitchFamily="2" charset="-122"/>
                <a:sym typeface="+mn-ea"/>
              </a:rPr>
              <a:t>系统消息移动端信息提醒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华文楷体" panose="02010600040101010101" pitchFamily="2" charset="-122"/>
              <a:sym typeface="+mn-ea"/>
            </a:endParaRPr>
          </a:p>
        </p:txBody>
      </p:sp>
      <p:sp>
        <p:nvSpPr>
          <p:cNvPr id="60" name="圆角矩形 22"/>
          <p:cNvSpPr/>
          <p:nvPr/>
        </p:nvSpPr>
        <p:spPr>
          <a:xfrm>
            <a:off x="3680250" y="2087716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竞价监控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圆角矩形 22"/>
          <p:cNvSpPr/>
          <p:nvPr/>
        </p:nvSpPr>
        <p:spPr>
          <a:xfrm>
            <a:off x="5399387" y="2087716"/>
            <a:ext cx="82450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比价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圆角矩形 22"/>
          <p:cNvSpPr/>
          <p:nvPr/>
        </p:nvSpPr>
        <p:spPr>
          <a:xfrm>
            <a:off x="6845249" y="2083568"/>
            <a:ext cx="82450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议价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圆角矩形 22"/>
          <p:cNvSpPr/>
          <p:nvPr/>
        </p:nvSpPr>
        <p:spPr>
          <a:xfrm>
            <a:off x="8499773" y="2083568"/>
            <a:ext cx="82450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定价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10311621" y="1964291"/>
            <a:ext cx="798513" cy="592138"/>
            <a:chOff x="9723091" y="3613653"/>
            <a:chExt cx="798513" cy="592138"/>
          </a:xfrm>
        </p:grpSpPr>
        <p:sp>
          <p:nvSpPr>
            <p:cNvPr id="65" name="菱形 64"/>
            <p:cNvSpPr/>
            <p:nvPr/>
          </p:nvSpPr>
          <p:spPr>
            <a:xfrm>
              <a:off x="9723091" y="3613653"/>
              <a:ext cx="798513" cy="592138"/>
            </a:xfrm>
            <a:prstGeom prst="diamond">
              <a:avLst/>
            </a:prstGeom>
            <a:solidFill>
              <a:srgbClr val="0066CB">
                <a:lumMod val="60000"/>
                <a:lumOff val="40000"/>
              </a:srgbClr>
            </a:solidFill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121900" tIns="60950" rIns="121900" bIns="6095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814572" y="3821594"/>
              <a:ext cx="615553" cy="184666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121900" tIns="60950" rIns="121900" bIns="60950" anchor="ctr" anchorCtr="0">
              <a:noAutofit/>
            </a:bodyPr>
            <a:lstStyle>
              <a:defPPr>
                <a:defRPr lang="zh-CN"/>
              </a:defPPr>
              <a:lvl1pPr algn="ctr">
                <a:buClr>
                  <a:srgbClr val="000000"/>
                </a:buClr>
                <a:defRPr sz="1200" b="1" ker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定价审批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7" name="圆角矩形 22"/>
          <p:cNvSpPr/>
          <p:nvPr/>
        </p:nvSpPr>
        <p:spPr>
          <a:xfrm>
            <a:off x="10134814" y="4064922"/>
            <a:ext cx="1152126" cy="588908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同步</a:t>
            </a:r>
            <a:r>
              <a:rPr kumimoji="0" lang="en-US" altLang="zh-CN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SAP</a:t>
            </a: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货源清单、价格信息记录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圆角矩形 22"/>
          <p:cNvSpPr/>
          <p:nvPr/>
        </p:nvSpPr>
        <p:spPr>
          <a:xfrm>
            <a:off x="6681435" y="4179356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议价报价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9" name="直接箭头连接符 68"/>
          <p:cNvCxnSpPr>
            <a:stCxn id="58" idx="0"/>
            <a:endCxn id="60" idx="2"/>
          </p:cNvCxnSpPr>
          <p:nvPr/>
        </p:nvCxnSpPr>
        <p:spPr>
          <a:xfrm flipH="1" flipV="1">
            <a:off x="4256314" y="2447756"/>
            <a:ext cx="2375" cy="169490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0" name="直接箭头连接符 69"/>
          <p:cNvCxnSpPr>
            <a:stCxn id="60" idx="3"/>
            <a:endCxn id="61" idx="1"/>
          </p:cNvCxnSpPr>
          <p:nvPr/>
        </p:nvCxnSpPr>
        <p:spPr>
          <a:xfrm>
            <a:off x="4832378" y="2267736"/>
            <a:ext cx="567009" cy="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1" name="直接箭头连接符 70"/>
          <p:cNvCxnSpPr>
            <a:stCxn id="61" idx="3"/>
            <a:endCxn id="62" idx="1"/>
          </p:cNvCxnSpPr>
          <p:nvPr/>
        </p:nvCxnSpPr>
        <p:spPr>
          <a:xfrm flipV="1">
            <a:off x="6223887" y="2263588"/>
            <a:ext cx="621362" cy="4148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2" name="直接箭头连接符 71"/>
          <p:cNvCxnSpPr>
            <a:stCxn id="62" idx="3"/>
            <a:endCxn id="63" idx="1"/>
          </p:cNvCxnSpPr>
          <p:nvPr/>
        </p:nvCxnSpPr>
        <p:spPr>
          <a:xfrm>
            <a:off x="7669749" y="2263588"/>
            <a:ext cx="830024" cy="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3" name="直接箭头连接符 72"/>
          <p:cNvCxnSpPr>
            <a:stCxn id="62" idx="2"/>
            <a:endCxn id="68" idx="0"/>
          </p:cNvCxnSpPr>
          <p:nvPr/>
        </p:nvCxnSpPr>
        <p:spPr>
          <a:xfrm>
            <a:off x="7257499" y="2443608"/>
            <a:ext cx="0" cy="1735748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74" name="直接箭头连接符 73"/>
          <p:cNvCxnSpPr>
            <a:stCxn id="63" idx="3"/>
            <a:endCxn id="65" idx="1"/>
          </p:cNvCxnSpPr>
          <p:nvPr/>
        </p:nvCxnSpPr>
        <p:spPr>
          <a:xfrm flipV="1">
            <a:off x="9324273" y="2260360"/>
            <a:ext cx="987348" cy="3228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5" name="直接箭头连接符 74"/>
          <p:cNvCxnSpPr>
            <a:stCxn id="65" idx="2"/>
            <a:endCxn id="67" idx="0"/>
          </p:cNvCxnSpPr>
          <p:nvPr/>
        </p:nvCxnSpPr>
        <p:spPr>
          <a:xfrm flipH="1">
            <a:off x="10710877" y="2556429"/>
            <a:ext cx="1" cy="1508493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6" name="连接符: 肘形 75"/>
          <p:cNvCxnSpPr>
            <a:stCxn id="65" idx="0"/>
            <a:endCxn id="63" idx="0"/>
          </p:cNvCxnSpPr>
          <p:nvPr/>
        </p:nvCxnSpPr>
        <p:spPr>
          <a:xfrm rot="16200000" flipH="1" flipV="1">
            <a:off x="9751812" y="1124501"/>
            <a:ext cx="119277" cy="1798855"/>
          </a:xfrm>
          <a:prstGeom prst="bentConnector3">
            <a:avLst>
              <a:gd name="adj1" fmla="val -191655"/>
            </a:avLst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7" name="文本框 76"/>
          <p:cNvSpPr txBox="1"/>
          <p:nvPr/>
        </p:nvSpPr>
        <p:spPr>
          <a:xfrm flipV="1">
            <a:off x="9766145" y="1745051"/>
            <a:ext cx="255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1800" dirty="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N</a:t>
            </a:r>
            <a:endParaRPr lang="zh-CN" altLang="en-US" sz="18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0736347" y="2870226"/>
            <a:ext cx="24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1800" dirty="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Y</a:t>
            </a:r>
            <a:endParaRPr lang="zh-CN" altLang="en-US" sz="18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S02—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成果展示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28" y="414674"/>
            <a:ext cx="9427500" cy="48145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500" y="2132857"/>
            <a:ext cx="9427500" cy="47285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S03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3256546" y="1100655"/>
          <a:ext cx="6625391" cy="4828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S03—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采购履行业务模型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15022" y="848504"/>
            <a:ext cx="2455699" cy="5586145"/>
          </a:xfrm>
          <a:prstGeom prst="rect">
            <a:avLst/>
          </a:prstGeom>
          <a:noFill/>
          <a:ln>
            <a:solidFill>
              <a:srgbClr val="4C4C4C"/>
            </a:solidFill>
            <a:prstDash val="sysDash"/>
          </a:ln>
        </p:spPr>
        <p:txBody>
          <a:bodyPr wrap="square" lIns="0" t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97092" y="848503"/>
            <a:ext cx="2455699" cy="5586145"/>
          </a:xfrm>
          <a:prstGeom prst="rect">
            <a:avLst/>
          </a:prstGeom>
          <a:noFill/>
          <a:ln>
            <a:solidFill>
              <a:srgbClr val="4C4C4C"/>
            </a:solidFill>
            <a:prstDash val="sysDash"/>
          </a:ln>
        </p:spPr>
        <p:txBody>
          <a:bodyPr wrap="square" lIns="0" t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54282" y="848502"/>
            <a:ext cx="2455699" cy="5586145"/>
          </a:xfrm>
          <a:prstGeom prst="rect">
            <a:avLst/>
          </a:prstGeom>
          <a:noFill/>
          <a:ln>
            <a:solidFill>
              <a:srgbClr val="4C4C4C"/>
            </a:solidFill>
            <a:prstDash val="sysDash"/>
          </a:ln>
        </p:spPr>
        <p:txBody>
          <a:bodyPr wrap="square" lIns="0" t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716037" y="1095019"/>
            <a:ext cx="0" cy="5023559"/>
          </a:xfrm>
          <a:prstGeom prst="straightConnector1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" name="文本框 6"/>
          <p:cNvSpPr txBox="1"/>
          <p:nvPr/>
        </p:nvSpPr>
        <p:spPr>
          <a:xfrm>
            <a:off x="275699" y="2759386"/>
            <a:ext cx="369332" cy="1685415"/>
          </a:xfrm>
          <a:prstGeom prst="rect">
            <a:avLst/>
          </a:prstGeom>
          <a:noFill/>
        </p:spPr>
        <p:txBody>
          <a:bodyPr vert="eaVert" wrap="square" lIns="0" tIns="0" rtlCol="0">
            <a:spAutoFit/>
          </a:bodyPr>
          <a:lstStyle/>
          <a:p>
            <a:pPr algn="ctr" defTabSz="914400">
              <a:defRPr/>
            </a:pPr>
            <a:r>
              <a:rPr lang="zh-CN" altLang="en-US" sz="1800" b="1">
                <a:solidFill>
                  <a:srgbClr val="CCCCCC">
                    <a:lumMod val="10000"/>
                  </a:srgbClr>
                </a:solidFill>
                <a:latin typeface="Arial" panose="020B0604020202020204"/>
                <a:ea typeface="微软雅黑" panose="020B0503020204020204" charset="-122"/>
              </a:rPr>
              <a:t>采购履行业务</a:t>
            </a:r>
            <a:endParaRPr lang="zh-CN" altLang="en-US" sz="1800" b="1" dirty="0">
              <a:solidFill>
                <a:srgbClr val="CCCCCC">
                  <a:lumMod val="10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箭头: 右 7"/>
          <p:cNvSpPr/>
          <p:nvPr/>
        </p:nvSpPr>
        <p:spPr>
          <a:xfrm>
            <a:off x="1013019" y="1353828"/>
            <a:ext cx="1911922" cy="865873"/>
          </a:xfrm>
          <a:prstGeom prst="rightArrow">
            <a:avLst/>
          </a:prstGeom>
          <a:noFill/>
          <a:ln w="38100">
            <a:gradFill flip="none" rotWithShape="1">
              <a:gsLst>
                <a:gs pos="57000">
                  <a:srgbClr val="8DC63F">
                    <a:lumMod val="89000"/>
                  </a:srgbClr>
                </a:gs>
                <a:gs pos="23000">
                  <a:srgbClr val="8DC63F">
                    <a:lumMod val="89000"/>
                  </a:srgbClr>
                </a:gs>
                <a:gs pos="69000">
                  <a:srgbClr val="8DC63F">
                    <a:lumMod val="75000"/>
                  </a:srgbClr>
                </a:gs>
                <a:gs pos="97000">
                  <a:srgbClr val="8DC63F">
                    <a:lumMod val="7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采购需求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42868" y="1526003"/>
            <a:ext cx="1781423" cy="511239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份额管理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74518" y="1030663"/>
            <a:ext cx="1318121" cy="323165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defTabSz="914400">
              <a:defRPr/>
            </a:pPr>
            <a:r>
              <a:rPr lang="en-US" altLang="zh-CN" sz="18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SRM</a:t>
            </a:r>
            <a:r>
              <a:rPr lang="zh-CN" altLang="en-US" sz="18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采购方</a:t>
            </a:r>
            <a:endParaRPr lang="zh-CN" altLang="en-US" sz="18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箭头: 右 10"/>
          <p:cNvSpPr/>
          <p:nvPr/>
        </p:nvSpPr>
        <p:spPr>
          <a:xfrm>
            <a:off x="1045379" y="5388330"/>
            <a:ext cx="1911922" cy="865873"/>
          </a:xfrm>
          <a:prstGeom prst="rightArrow">
            <a:avLst/>
          </a:prstGeom>
          <a:noFill/>
          <a:ln w="38100">
            <a:gradFill flip="none" rotWithShape="1">
              <a:gsLst>
                <a:gs pos="57000">
                  <a:srgbClr val="8DC63F">
                    <a:lumMod val="89000"/>
                  </a:srgbClr>
                </a:gs>
                <a:gs pos="23000">
                  <a:srgbClr val="8DC63F">
                    <a:lumMod val="89000"/>
                  </a:srgbClr>
                </a:gs>
                <a:gs pos="69000">
                  <a:srgbClr val="8DC63F">
                    <a:lumMod val="75000"/>
                  </a:srgbClr>
                </a:gs>
                <a:gs pos="97000">
                  <a:srgbClr val="8DC63F">
                    <a:lumMod val="7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交货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04554" y="1036159"/>
            <a:ext cx="1076613" cy="323165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algn="ctr" defTabSz="914400">
              <a:defRPr/>
            </a:pPr>
            <a:r>
              <a:rPr lang="en-US" altLang="zh-CN" sz="18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SAP</a:t>
            </a:r>
            <a:endParaRPr lang="zh-CN" altLang="en-US" sz="18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566639" y="3388383"/>
            <a:ext cx="1781423" cy="511239"/>
          </a:xfrm>
          <a:prstGeom prst="rect">
            <a:avLst/>
          </a:prstGeom>
          <a:solidFill>
            <a:srgbClr val="8DC63F">
              <a:lumMod val="75000"/>
            </a:srgb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采购订单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908982" y="3855346"/>
            <a:ext cx="1781423" cy="5112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订单确认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交期回复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129345" y="1033742"/>
            <a:ext cx="1318121" cy="323165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defTabSz="914400">
              <a:defRPr/>
            </a:pPr>
            <a:r>
              <a:rPr lang="en-US" altLang="zh-CN" sz="18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SRM</a:t>
            </a:r>
            <a:r>
              <a:rPr lang="zh-CN" altLang="en-US" sz="18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供应商</a:t>
            </a:r>
            <a:endParaRPr lang="zh-CN" altLang="en-US" sz="18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574471" y="1526003"/>
            <a:ext cx="1781423" cy="511239"/>
          </a:xfrm>
          <a:prstGeom prst="rect">
            <a:avLst/>
          </a:prstGeom>
          <a:solidFill>
            <a:srgbClr val="8DC63F">
              <a:lumMod val="75000"/>
            </a:srgb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采购申请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7" name="连接符: 肘形 16"/>
          <p:cNvCxnSpPr>
            <a:stCxn id="9" idx="2"/>
          </p:cNvCxnSpPr>
          <p:nvPr/>
        </p:nvCxnSpPr>
        <p:spPr>
          <a:xfrm rot="5400000">
            <a:off x="5826122" y="1567014"/>
            <a:ext cx="737231" cy="1677686"/>
          </a:xfrm>
          <a:prstGeom prst="bentConnector2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矩形 17"/>
          <p:cNvSpPr/>
          <p:nvPr/>
        </p:nvSpPr>
        <p:spPr>
          <a:xfrm>
            <a:off x="6142866" y="3850262"/>
            <a:ext cx="1781423" cy="511239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订单发布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9" name="连接符: 肘形 18"/>
          <p:cNvCxnSpPr>
            <a:stCxn id="13" idx="2"/>
            <a:endCxn id="18" idx="1"/>
          </p:cNvCxnSpPr>
          <p:nvPr/>
        </p:nvCxnSpPr>
        <p:spPr>
          <a:xfrm rot="16200000" flipH="1">
            <a:off x="5196978" y="3159994"/>
            <a:ext cx="206260" cy="1685515"/>
          </a:xfrm>
          <a:prstGeom prst="bentConnector2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矩形 19"/>
          <p:cNvSpPr/>
          <p:nvPr/>
        </p:nvSpPr>
        <p:spPr>
          <a:xfrm>
            <a:off x="8906365" y="2985352"/>
            <a:ext cx="1781423" cy="5112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订单下载打印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21" name="直接箭头连接符 20"/>
          <p:cNvCxnSpPr>
            <a:stCxn id="14" idx="0"/>
            <a:endCxn id="20" idx="2"/>
          </p:cNvCxnSpPr>
          <p:nvPr/>
        </p:nvCxnSpPr>
        <p:spPr>
          <a:xfrm flipH="1" flipV="1">
            <a:off x="9797077" y="3496591"/>
            <a:ext cx="2617" cy="358755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" name="矩形 21"/>
          <p:cNvSpPr/>
          <p:nvPr/>
        </p:nvSpPr>
        <p:spPr>
          <a:xfrm>
            <a:off x="3684484" y="5742964"/>
            <a:ext cx="1781423" cy="511239"/>
          </a:xfrm>
          <a:prstGeom prst="rect">
            <a:avLst/>
          </a:prstGeom>
          <a:solidFill>
            <a:srgbClr val="8DC63F">
              <a:lumMod val="75000"/>
            </a:srgb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收货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603030" y="4448949"/>
            <a:ext cx="1781423" cy="511239"/>
          </a:xfrm>
          <a:prstGeom prst="rect">
            <a:avLst/>
          </a:prstGeom>
          <a:solidFill>
            <a:srgbClr val="8DC63F">
              <a:lumMod val="75000"/>
            </a:srgb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创建</a:t>
            </a:r>
            <a:r>
              <a: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ASN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24" name="连接符: 肘形 23"/>
          <p:cNvCxnSpPr>
            <a:stCxn id="14" idx="2"/>
            <a:endCxn id="23" idx="3"/>
          </p:cNvCxnSpPr>
          <p:nvPr/>
        </p:nvCxnSpPr>
        <p:spPr>
          <a:xfrm rot="5400000">
            <a:off x="7423082" y="2327957"/>
            <a:ext cx="337984" cy="4415241"/>
          </a:xfrm>
          <a:prstGeom prst="bentConnector2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" name="矩形 24"/>
          <p:cNvSpPr/>
          <p:nvPr/>
        </p:nvSpPr>
        <p:spPr>
          <a:xfrm>
            <a:off x="8906365" y="4928766"/>
            <a:ext cx="1781423" cy="5112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车辆信息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最小包装量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26" name="连接符: 肘形 25"/>
          <p:cNvCxnSpPr>
            <a:stCxn id="23" idx="2"/>
            <a:endCxn id="29" idx="1"/>
          </p:cNvCxnSpPr>
          <p:nvPr/>
        </p:nvCxnSpPr>
        <p:spPr>
          <a:xfrm rot="16200000" flipH="1">
            <a:off x="5207270" y="4246660"/>
            <a:ext cx="221832" cy="1648888"/>
          </a:xfrm>
          <a:prstGeom prst="bentConnector2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" name="连接符: 肘形 26"/>
          <p:cNvCxnSpPr>
            <a:stCxn id="31" idx="1"/>
            <a:endCxn id="22" idx="3"/>
          </p:cNvCxnSpPr>
          <p:nvPr/>
        </p:nvCxnSpPr>
        <p:spPr>
          <a:xfrm rot="10800000">
            <a:off x="5465907" y="5998584"/>
            <a:ext cx="3445640" cy="27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8" name="直接箭头连接符 27"/>
          <p:cNvCxnSpPr>
            <a:stCxn id="18" idx="3"/>
          </p:cNvCxnSpPr>
          <p:nvPr/>
        </p:nvCxnSpPr>
        <p:spPr>
          <a:xfrm flipV="1">
            <a:off x="7924289" y="4105881"/>
            <a:ext cx="982076" cy="1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" name="矩形 28"/>
          <p:cNvSpPr/>
          <p:nvPr/>
        </p:nvSpPr>
        <p:spPr>
          <a:xfrm>
            <a:off x="6142630" y="4926400"/>
            <a:ext cx="1781423" cy="511239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ASN</a:t>
            </a: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发布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30" name="直接箭头连接符 29"/>
          <p:cNvCxnSpPr>
            <a:stCxn id="29" idx="3"/>
            <a:endCxn id="25" idx="1"/>
          </p:cNvCxnSpPr>
          <p:nvPr/>
        </p:nvCxnSpPr>
        <p:spPr>
          <a:xfrm>
            <a:off x="7924053" y="5182020"/>
            <a:ext cx="982312" cy="2366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1" name="矩形 30"/>
          <p:cNvSpPr/>
          <p:nvPr/>
        </p:nvSpPr>
        <p:spPr>
          <a:xfrm>
            <a:off x="8911547" y="5743234"/>
            <a:ext cx="1781423" cy="5112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捡料发运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32" name="直接箭头连接符 31"/>
          <p:cNvCxnSpPr>
            <a:stCxn id="25" idx="2"/>
            <a:endCxn id="31" idx="0"/>
          </p:cNvCxnSpPr>
          <p:nvPr/>
        </p:nvCxnSpPr>
        <p:spPr>
          <a:xfrm>
            <a:off x="9797077" y="5440005"/>
            <a:ext cx="5182" cy="303229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3" name="矩形 32"/>
          <p:cNvSpPr/>
          <p:nvPr/>
        </p:nvSpPr>
        <p:spPr>
          <a:xfrm>
            <a:off x="1120459" y="2463309"/>
            <a:ext cx="1761762" cy="333585"/>
          </a:xfrm>
          <a:prstGeom prst="rect">
            <a:avLst/>
          </a:prstGeom>
          <a:solidFill>
            <a:srgbClr val="F59E1D"/>
          </a:solidFill>
          <a:ln w="12700" cap="flat" cmpd="sng" algn="ctr">
            <a:solidFill>
              <a:srgbClr val="4C4C4C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移动提醒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4" name="圆角矩形 19"/>
          <p:cNvSpPr/>
          <p:nvPr/>
        </p:nvSpPr>
        <p:spPr>
          <a:xfrm>
            <a:off x="2050658" y="2877869"/>
            <a:ext cx="963463" cy="209154"/>
          </a:xfrm>
          <a:prstGeom prst="roundRect">
            <a:avLst/>
          </a:prstGeom>
          <a:solidFill>
            <a:srgbClr val="4C4C4C"/>
          </a:solidFill>
          <a:ln w="12700" cap="flat" cmpd="sng" algn="ctr">
            <a:solidFill>
              <a:srgbClr val="4C4C4C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待办中心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圆角矩形 21"/>
          <p:cNvSpPr/>
          <p:nvPr/>
        </p:nvSpPr>
        <p:spPr>
          <a:xfrm>
            <a:off x="2067784" y="3234429"/>
            <a:ext cx="946337" cy="223997"/>
          </a:xfrm>
          <a:prstGeom prst="roundRect">
            <a:avLst/>
          </a:prstGeom>
          <a:solidFill>
            <a:srgbClr val="4C4C4C"/>
          </a:solidFill>
          <a:ln w="12700" cap="flat" cmpd="sng" algn="ctr">
            <a:solidFill>
              <a:srgbClr val="4C4C4C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入库提醒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6" name="圆角矩形 51"/>
          <p:cNvSpPr/>
          <p:nvPr/>
        </p:nvSpPr>
        <p:spPr>
          <a:xfrm>
            <a:off x="826676" y="2383934"/>
            <a:ext cx="2311459" cy="1218160"/>
          </a:xfrm>
          <a:prstGeom prst="roundRect">
            <a:avLst/>
          </a:prstGeom>
          <a:noFill/>
          <a:ln w="19050" cap="flat" cmpd="sng" algn="ctr">
            <a:solidFill>
              <a:srgbClr val="7030A0"/>
            </a:solidFill>
            <a:prstDash val="dash"/>
            <a:miter lim="800000"/>
          </a:ln>
          <a:effectLst/>
        </p:spPr>
        <p:txBody>
          <a:bodyPr rtlCol="0" anchor="t"/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7" name="圆角矩形 19"/>
          <p:cNvSpPr/>
          <p:nvPr/>
        </p:nvSpPr>
        <p:spPr>
          <a:xfrm>
            <a:off x="926677" y="2876269"/>
            <a:ext cx="963463" cy="209154"/>
          </a:xfrm>
          <a:prstGeom prst="roundRect">
            <a:avLst/>
          </a:prstGeom>
          <a:solidFill>
            <a:srgbClr val="4C4C4C"/>
          </a:solidFill>
          <a:ln w="12700" cap="flat" cmpd="sng" algn="ctr">
            <a:solidFill>
              <a:srgbClr val="4C4C4C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消息通知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圆角矩形 19"/>
          <p:cNvSpPr/>
          <p:nvPr/>
        </p:nvSpPr>
        <p:spPr>
          <a:xfrm>
            <a:off x="936919" y="3241512"/>
            <a:ext cx="946337" cy="223996"/>
          </a:xfrm>
          <a:prstGeom prst="roundRect">
            <a:avLst/>
          </a:prstGeom>
          <a:solidFill>
            <a:srgbClr val="4C4C4C"/>
          </a:solidFill>
          <a:ln w="12700" cap="flat" cmpd="sng" algn="ctr">
            <a:solidFill>
              <a:srgbClr val="4C4C4C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到货提醒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113497" y="3958674"/>
            <a:ext cx="1761762" cy="333585"/>
          </a:xfrm>
          <a:prstGeom prst="rect">
            <a:avLst/>
          </a:prstGeom>
          <a:solidFill>
            <a:srgbClr val="F59E1D"/>
          </a:solidFill>
          <a:ln w="12700" cap="flat" cmpd="sng" algn="ctr">
            <a:solidFill>
              <a:srgbClr val="4C4C4C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高效支撑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0" name="圆角矩形 19"/>
          <p:cNvSpPr/>
          <p:nvPr/>
        </p:nvSpPr>
        <p:spPr>
          <a:xfrm>
            <a:off x="2052932" y="4373234"/>
            <a:ext cx="963463" cy="209154"/>
          </a:xfrm>
          <a:prstGeom prst="roundRect">
            <a:avLst/>
          </a:prstGeom>
          <a:solidFill>
            <a:srgbClr val="4C4C4C"/>
          </a:solidFill>
          <a:ln w="12700" cap="flat" cmpd="sng" algn="ctr">
            <a:solidFill>
              <a:srgbClr val="4C4C4C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条码标签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1" name="圆角矩形 21"/>
          <p:cNvSpPr/>
          <p:nvPr/>
        </p:nvSpPr>
        <p:spPr>
          <a:xfrm>
            <a:off x="2070058" y="4706704"/>
            <a:ext cx="946337" cy="223997"/>
          </a:xfrm>
          <a:prstGeom prst="roundRect">
            <a:avLst/>
          </a:prstGeom>
          <a:solidFill>
            <a:srgbClr val="4C4C4C"/>
          </a:solidFill>
          <a:ln w="12700" cap="flat" cmpd="sng" algn="ctr">
            <a:solidFill>
              <a:srgbClr val="4C4C4C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提货计划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2" name="圆角矩形 51"/>
          <p:cNvSpPr/>
          <p:nvPr/>
        </p:nvSpPr>
        <p:spPr>
          <a:xfrm>
            <a:off x="826674" y="3879298"/>
            <a:ext cx="2311459" cy="1509031"/>
          </a:xfrm>
          <a:prstGeom prst="roundRect">
            <a:avLst/>
          </a:prstGeom>
          <a:noFill/>
          <a:ln w="19050" cap="flat" cmpd="sng" algn="ctr">
            <a:solidFill>
              <a:srgbClr val="7030A0"/>
            </a:solidFill>
            <a:prstDash val="dash"/>
            <a:miter lim="800000"/>
          </a:ln>
          <a:effectLst/>
        </p:spPr>
        <p:txBody>
          <a:bodyPr rtlCol="0" anchor="t"/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圆角矩形 19"/>
          <p:cNvSpPr/>
          <p:nvPr/>
        </p:nvSpPr>
        <p:spPr>
          <a:xfrm>
            <a:off x="928951" y="4371634"/>
            <a:ext cx="963463" cy="209154"/>
          </a:xfrm>
          <a:prstGeom prst="roundRect">
            <a:avLst/>
          </a:prstGeom>
          <a:solidFill>
            <a:srgbClr val="4C4C4C"/>
          </a:solidFill>
          <a:ln w="12700" cap="flat" cmpd="sng" algn="ctr">
            <a:solidFill>
              <a:srgbClr val="4C4C4C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份额管理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4" name="圆角矩形 19"/>
          <p:cNvSpPr/>
          <p:nvPr/>
        </p:nvSpPr>
        <p:spPr>
          <a:xfrm>
            <a:off x="939193" y="4713787"/>
            <a:ext cx="946337" cy="223996"/>
          </a:xfrm>
          <a:prstGeom prst="roundRect">
            <a:avLst/>
          </a:prstGeom>
          <a:solidFill>
            <a:srgbClr val="4C4C4C"/>
          </a:solidFill>
          <a:ln w="12700" cap="flat" cmpd="sng" algn="ctr">
            <a:solidFill>
              <a:srgbClr val="4C4C4C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欠料预警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5" name="圆角矩形 21"/>
          <p:cNvSpPr/>
          <p:nvPr/>
        </p:nvSpPr>
        <p:spPr>
          <a:xfrm>
            <a:off x="2059816" y="5043882"/>
            <a:ext cx="946337" cy="223997"/>
          </a:xfrm>
          <a:prstGeom prst="roundRect">
            <a:avLst/>
          </a:prstGeom>
          <a:solidFill>
            <a:srgbClr val="4C4C4C"/>
          </a:solidFill>
          <a:ln w="12700" cap="flat" cmpd="sng" algn="ctr">
            <a:solidFill>
              <a:srgbClr val="4C4C4C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订单管理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6" name="圆角矩形 19"/>
          <p:cNvSpPr/>
          <p:nvPr/>
        </p:nvSpPr>
        <p:spPr>
          <a:xfrm>
            <a:off x="928951" y="5050965"/>
            <a:ext cx="946337" cy="223996"/>
          </a:xfrm>
          <a:prstGeom prst="roundRect">
            <a:avLst/>
          </a:prstGeom>
          <a:solidFill>
            <a:srgbClr val="4C4C4C"/>
          </a:solidFill>
          <a:ln w="12700" cap="flat" cmpd="sng" algn="ctr">
            <a:solidFill>
              <a:srgbClr val="4C4C4C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预测管理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566638" y="2518852"/>
            <a:ext cx="1781423" cy="511239"/>
          </a:xfrm>
          <a:prstGeom prst="rect">
            <a:avLst/>
          </a:prstGeom>
          <a:solidFill>
            <a:srgbClr val="8DC63F">
              <a:lumMod val="75000"/>
            </a:srgb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货源自动分配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48" name="直接箭头连接符 47"/>
          <p:cNvCxnSpPr>
            <a:stCxn id="16" idx="2"/>
            <a:endCxn id="47" idx="0"/>
          </p:cNvCxnSpPr>
          <p:nvPr/>
        </p:nvCxnSpPr>
        <p:spPr>
          <a:xfrm flipH="1">
            <a:off x="4457350" y="2037242"/>
            <a:ext cx="7833" cy="48161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9" name="直接箭头连接符 48"/>
          <p:cNvCxnSpPr>
            <a:stCxn id="47" idx="2"/>
            <a:endCxn id="13" idx="0"/>
          </p:cNvCxnSpPr>
          <p:nvPr/>
        </p:nvCxnSpPr>
        <p:spPr>
          <a:xfrm>
            <a:off x="4457350" y="3030091"/>
            <a:ext cx="1" cy="358292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S03—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采购协同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16"/>
          <p:cNvSpPr txBox="1"/>
          <p:nvPr/>
        </p:nvSpPr>
        <p:spPr>
          <a:xfrm>
            <a:off x="9098878" y="1405804"/>
            <a:ext cx="2513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库存提报（含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VMI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圆角矩形 22"/>
          <p:cNvSpPr/>
          <p:nvPr/>
        </p:nvSpPr>
        <p:spPr>
          <a:xfrm>
            <a:off x="242640" y="1256876"/>
            <a:ext cx="514350" cy="4330067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txBody>
          <a:bodyPr vert="wordArtVertRtl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采购计划协同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4"/>
          <p:cNvSpPr>
            <a:spLocks noChangeArrowheads="1"/>
          </p:cNvSpPr>
          <p:nvPr/>
        </p:nvSpPr>
        <p:spPr bwMode="auto">
          <a:xfrm>
            <a:off x="27542" y="5721703"/>
            <a:ext cx="10411860" cy="1062179"/>
          </a:xfrm>
          <a:prstGeom prst="rect">
            <a:avLst/>
          </a:prstGeom>
          <a:noFill/>
          <a:ln w="9525" cap="flat" cmpd="sng" algn="ctr">
            <a:solidFill>
              <a:srgbClr val="0070C0">
                <a:lumMod val="40000"/>
                <a:lumOff val="60000"/>
              </a:srgbClr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219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18"/>
          <p:cNvSpPr>
            <a:spLocks noChangeArrowheads="1"/>
          </p:cNvSpPr>
          <p:nvPr/>
        </p:nvSpPr>
        <p:spPr bwMode="auto">
          <a:xfrm>
            <a:off x="72534" y="5775181"/>
            <a:ext cx="1404896" cy="968636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 w="19050" algn="ctr">
            <a:noFill/>
            <a:miter lim="800000"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业务要点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6"/>
          <p:cNvSpPr txBox="1"/>
          <p:nvPr/>
        </p:nvSpPr>
        <p:spPr>
          <a:xfrm>
            <a:off x="1685217" y="1412632"/>
            <a:ext cx="1066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en-US" altLang="zh-CN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采购预测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11"/>
          <p:cNvSpPr txBox="1"/>
          <p:nvPr/>
        </p:nvSpPr>
        <p:spPr>
          <a:xfrm>
            <a:off x="5090796" y="140059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提货计划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圆角矩形 22"/>
          <p:cNvSpPr/>
          <p:nvPr/>
        </p:nvSpPr>
        <p:spPr>
          <a:xfrm>
            <a:off x="1642312" y="2057306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供方预测需求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圆角矩形 22"/>
          <p:cNvSpPr/>
          <p:nvPr/>
        </p:nvSpPr>
        <p:spPr>
          <a:xfrm>
            <a:off x="5000281" y="2036606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提货计划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7" name="直接箭头连接符 56"/>
          <p:cNvCxnSpPr>
            <a:stCxn id="58" idx="2"/>
            <a:endCxn id="59" idx="0"/>
          </p:cNvCxnSpPr>
          <p:nvPr/>
        </p:nvCxnSpPr>
        <p:spPr>
          <a:xfrm>
            <a:off x="8058715" y="2431245"/>
            <a:ext cx="5748" cy="374461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8" name="圆角矩形 22"/>
          <p:cNvSpPr/>
          <p:nvPr/>
        </p:nvSpPr>
        <p:spPr>
          <a:xfrm>
            <a:off x="7418260" y="2071205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产能模版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圆角矩形 22"/>
          <p:cNvSpPr/>
          <p:nvPr/>
        </p:nvSpPr>
        <p:spPr>
          <a:xfrm>
            <a:off x="7424008" y="2805706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发布产能需求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圆角矩形 22"/>
          <p:cNvSpPr/>
          <p:nvPr/>
        </p:nvSpPr>
        <p:spPr>
          <a:xfrm>
            <a:off x="7424008" y="3578953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产能上传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1" name="直接箭头连接符 60"/>
          <p:cNvCxnSpPr>
            <a:stCxn id="59" idx="2"/>
            <a:endCxn id="60" idx="0"/>
          </p:cNvCxnSpPr>
          <p:nvPr/>
        </p:nvCxnSpPr>
        <p:spPr>
          <a:xfrm>
            <a:off x="8064463" y="3165746"/>
            <a:ext cx="0" cy="413207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2" name="直接箭头连接符 61"/>
          <p:cNvCxnSpPr>
            <a:stCxn id="60" idx="2"/>
            <a:endCxn id="63" idx="0"/>
          </p:cNvCxnSpPr>
          <p:nvPr/>
        </p:nvCxnSpPr>
        <p:spPr>
          <a:xfrm>
            <a:off x="8064463" y="3938993"/>
            <a:ext cx="0" cy="475785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3" name="圆角矩形 22"/>
          <p:cNvSpPr/>
          <p:nvPr/>
        </p:nvSpPr>
        <p:spPr>
          <a:xfrm>
            <a:off x="7424008" y="4414778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确认审批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圆角矩形 22"/>
          <p:cNvSpPr/>
          <p:nvPr/>
        </p:nvSpPr>
        <p:spPr>
          <a:xfrm>
            <a:off x="1642312" y="2824174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导入预测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圆角矩形 22"/>
          <p:cNvSpPr/>
          <p:nvPr/>
        </p:nvSpPr>
        <p:spPr>
          <a:xfrm>
            <a:off x="1642312" y="3585263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供方确认回复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圆角矩形 22"/>
          <p:cNvSpPr/>
          <p:nvPr/>
        </p:nvSpPr>
        <p:spPr>
          <a:xfrm>
            <a:off x="1642312" y="4420906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确认回复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7" name="直接箭头连接符 66"/>
          <p:cNvCxnSpPr>
            <a:stCxn id="64" idx="2"/>
            <a:endCxn id="65" idx="0"/>
          </p:cNvCxnSpPr>
          <p:nvPr/>
        </p:nvCxnSpPr>
        <p:spPr>
          <a:xfrm>
            <a:off x="2282767" y="3184214"/>
            <a:ext cx="0" cy="401049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8" name="直接箭头连接符 67"/>
          <p:cNvCxnSpPr>
            <a:stCxn id="65" idx="2"/>
            <a:endCxn id="66" idx="0"/>
          </p:cNvCxnSpPr>
          <p:nvPr/>
        </p:nvCxnSpPr>
        <p:spPr>
          <a:xfrm>
            <a:off x="2282767" y="3945303"/>
            <a:ext cx="0" cy="475603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9" name="直接箭头连接符 68"/>
          <p:cNvCxnSpPr>
            <a:stCxn id="55" idx="2"/>
            <a:endCxn id="64" idx="0"/>
          </p:cNvCxnSpPr>
          <p:nvPr/>
        </p:nvCxnSpPr>
        <p:spPr>
          <a:xfrm>
            <a:off x="2282767" y="2417346"/>
            <a:ext cx="0" cy="406828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0" name="圆角矩形 22"/>
          <p:cNvSpPr/>
          <p:nvPr/>
        </p:nvSpPr>
        <p:spPr>
          <a:xfrm>
            <a:off x="5000281" y="2822384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供方确认回复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圆角矩形 22"/>
          <p:cNvSpPr/>
          <p:nvPr/>
        </p:nvSpPr>
        <p:spPr>
          <a:xfrm>
            <a:off x="5000281" y="3579323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确认交期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圆角矩形 22"/>
          <p:cNvSpPr/>
          <p:nvPr/>
        </p:nvSpPr>
        <p:spPr>
          <a:xfrm>
            <a:off x="5000281" y="4420906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交货单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圆角矩形 22"/>
          <p:cNvSpPr/>
          <p:nvPr/>
        </p:nvSpPr>
        <p:spPr>
          <a:xfrm>
            <a:off x="5000281" y="5090949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出货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4" name="直接箭头连接符 73"/>
          <p:cNvCxnSpPr>
            <a:stCxn id="56" idx="2"/>
            <a:endCxn id="70" idx="0"/>
          </p:cNvCxnSpPr>
          <p:nvPr/>
        </p:nvCxnSpPr>
        <p:spPr>
          <a:xfrm>
            <a:off x="5640736" y="2396646"/>
            <a:ext cx="0" cy="425738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5" name="直接箭头连接符 74"/>
          <p:cNvCxnSpPr>
            <a:stCxn id="70" idx="2"/>
            <a:endCxn id="71" idx="0"/>
          </p:cNvCxnSpPr>
          <p:nvPr/>
        </p:nvCxnSpPr>
        <p:spPr>
          <a:xfrm>
            <a:off x="5640736" y="3182424"/>
            <a:ext cx="0" cy="396899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6" name="直接箭头连接符 75"/>
          <p:cNvCxnSpPr>
            <a:stCxn id="71" idx="2"/>
            <a:endCxn id="72" idx="0"/>
          </p:cNvCxnSpPr>
          <p:nvPr/>
        </p:nvCxnSpPr>
        <p:spPr>
          <a:xfrm>
            <a:off x="5640736" y="3939363"/>
            <a:ext cx="0" cy="481543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7" name="直接箭头连接符 76"/>
          <p:cNvCxnSpPr>
            <a:stCxn id="72" idx="2"/>
            <a:endCxn id="73" idx="0"/>
          </p:cNvCxnSpPr>
          <p:nvPr/>
        </p:nvCxnSpPr>
        <p:spPr>
          <a:xfrm>
            <a:off x="5640736" y="4780946"/>
            <a:ext cx="0" cy="310003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8" name="连接符: 肘形 77"/>
          <p:cNvCxnSpPr>
            <a:stCxn id="71" idx="1"/>
            <a:endCxn id="95" idx="3"/>
          </p:cNvCxnSpPr>
          <p:nvPr/>
        </p:nvCxnSpPr>
        <p:spPr>
          <a:xfrm rot="10800000" flipV="1">
            <a:off x="4340377" y="3759342"/>
            <a:ext cx="659904" cy="843287"/>
          </a:xfrm>
          <a:prstGeom prst="bentConnector3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9" name="圆角矩形 22"/>
          <p:cNvSpPr/>
          <p:nvPr/>
        </p:nvSpPr>
        <p:spPr>
          <a:xfrm>
            <a:off x="10668450" y="2810134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设定</a:t>
            </a:r>
            <a:r>
              <a:rPr kumimoji="0" lang="en-US" altLang="zh-CN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VMI</a:t>
            </a: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库存水位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圆角矩形 22"/>
          <p:cNvSpPr/>
          <p:nvPr/>
        </p:nvSpPr>
        <p:spPr>
          <a:xfrm>
            <a:off x="9013434" y="2042818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发布库存需求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圆角矩形 22"/>
          <p:cNvSpPr/>
          <p:nvPr/>
        </p:nvSpPr>
        <p:spPr>
          <a:xfrm>
            <a:off x="9013434" y="2822384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库存上传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2" name="直接箭头连接符 81"/>
          <p:cNvCxnSpPr>
            <a:stCxn id="80" idx="2"/>
            <a:endCxn id="81" idx="0"/>
          </p:cNvCxnSpPr>
          <p:nvPr/>
        </p:nvCxnSpPr>
        <p:spPr>
          <a:xfrm>
            <a:off x="9653889" y="2402858"/>
            <a:ext cx="0" cy="419526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3" name="直接箭头连接符 82"/>
          <p:cNvCxnSpPr>
            <a:stCxn id="81" idx="2"/>
            <a:endCxn id="85" idx="0"/>
          </p:cNvCxnSpPr>
          <p:nvPr/>
        </p:nvCxnSpPr>
        <p:spPr>
          <a:xfrm>
            <a:off x="9653889" y="3182424"/>
            <a:ext cx="0" cy="396529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4" name="圆角矩形 22"/>
          <p:cNvSpPr/>
          <p:nvPr/>
        </p:nvSpPr>
        <p:spPr>
          <a:xfrm>
            <a:off x="9409273" y="2126450"/>
            <a:ext cx="655442" cy="180020"/>
          </a:xfrm>
          <a:prstGeom prst="roundRect">
            <a:avLst/>
          </a:prstGeom>
          <a:noFill/>
          <a:ln w="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5" name="圆角矩形 22"/>
          <p:cNvSpPr/>
          <p:nvPr/>
        </p:nvSpPr>
        <p:spPr>
          <a:xfrm>
            <a:off x="9013434" y="3578953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确认审批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圆角矩形 22"/>
          <p:cNvSpPr/>
          <p:nvPr/>
        </p:nvSpPr>
        <p:spPr>
          <a:xfrm>
            <a:off x="3287990" y="3579269"/>
            <a:ext cx="1280910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自主导入预测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箭头: 五边形 86"/>
          <p:cNvSpPr/>
          <p:nvPr/>
        </p:nvSpPr>
        <p:spPr>
          <a:xfrm>
            <a:off x="919910" y="914623"/>
            <a:ext cx="10284844" cy="158484"/>
          </a:xfrm>
          <a:prstGeom prst="homePlate">
            <a:avLst/>
          </a:prstGeom>
          <a:solidFill>
            <a:srgbClr val="0066CB">
              <a:lumMod val="60000"/>
              <a:lumOff val="40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8" name="Oval 8"/>
          <p:cNvSpPr>
            <a:spLocks noChangeArrowheads="1"/>
          </p:cNvSpPr>
          <p:nvPr/>
        </p:nvSpPr>
        <p:spPr bwMode="auto">
          <a:xfrm>
            <a:off x="1865022" y="704719"/>
            <a:ext cx="576065" cy="576064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1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89" name="Oval 8"/>
          <p:cNvSpPr>
            <a:spLocks noChangeArrowheads="1"/>
          </p:cNvSpPr>
          <p:nvPr/>
        </p:nvSpPr>
        <p:spPr bwMode="auto">
          <a:xfrm>
            <a:off x="7606392" y="712847"/>
            <a:ext cx="576065" cy="521276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3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90" name="Oval 8"/>
          <p:cNvSpPr>
            <a:spLocks noChangeArrowheads="1"/>
          </p:cNvSpPr>
          <p:nvPr/>
        </p:nvSpPr>
        <p:spPr bwMode="auto">
          <a:xfrm>
            <a:off x="5236697" y="680811"/>
            <a:ext cx="576065" cy="576064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2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cxnSp>
        <p:nvCxnSpPr>
          <p:cNvPr id="91" name="直接箭头连接符 90"/>
          <p:cNvCxnSpPr>
            <a:stCxn id="86" idx="1"/>
            <a:endCxn id="65" idx="3"/>
          </p:cNvCxnSpPr>
          <p:nvPr/>
        </p:nvCxnSpPr>
        <p:spPr>
          <a:xfrm flipH="1">
            <a:off x="2923222" y="3759289"/>
            <a:ext cx="364768" cy="5994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2" name="直接箭头连接符 91"/>
          <p:cNvCxnSpPr>
            <a:stCxn id="66" idx="3"/>
            <a:endCxn id="95" idx="1"/>
          </p:cNvCxnSpPr>
          <p:nvPr/>
        </p:nvCxnSpPr>
        <p:spPr>
          <a:xfrm>
            <a:off x="2923222" y="4600926"/>
            <a:ext cx="537407" cy="1704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93" name="组合 92"/>
          <p:cNvGrpSpPr/>
          <p:nvPr/>
        </p:nvGrpSpPr>
        <p:grpSpPr>
          <a:xfrm>
            <a:off x="3445263" y="4216218"/>
            <a:ext cx="895114" cy="709598"/>
            <a:chOff x="3348072" y="2537354"/>
            <a:chExt cx="895114" cy="783316"/>
          </a:xfrm>
        </p:grpSpPr>
        <p:sp>
          <p:nvSpPr>
            <p:cNvPr id="94" name="菱形 93"/>
            <p:cNvSpPr/>
            <p:nvPr/>
          </p:nvSpPr>
          <p:spPr>
            <a:xfrm>
              <a:off x="3348072" y="2537354"/>
              <a:ext cx="839229" cy="783316"/>
            </a:xfrm>
            <a:prstGeom prst="diamond">
              <a:avLst/>
            </a:prstGeom>
            <a:solidFill>
              <a:srgbClr val="0066CB">
                <a:lumMod val="60000"/>
                <a:lumOff val="40000"/>
              </a:srgbClr>
            </a:solidFill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121900" tIns="60950" rIns="121900" bIns="6095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3363438" y="2836503"/>
              <a:ext cx="879748" cy="254812"/>
            </a:xfrm>
            <a:prstGeom prst="rect">
              <a:avLst/>
            </a:prstGeom>
            <a:noFill/>
          </p:spPr>
          <p:txBody>
            <a:bodyPr wrap="square" lIns="0" t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缺料警告</a:t>
              </a:r>
              <a:endPara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96" name="Oval 8"/>
          <p:cNvSpPr>
            <a:spLocks noChangeArrowheads="1"/>
          </p:cNvSpPr>
          <p:nvPr/>
        </p:nvSpPr>
        <p:spPr bwMode="auto">
          <a:xfrm>
            <a:off x="9684665" y="697309"/>
            <a:ext cx="576065" cy="576064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4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97" name="TextBox 16"/>
          <p:cNvSpPr txBox="1"/>
          <p:nvPr/>
        </p:nvSpPr>
        <p:spPr>
          <a:xfrm>
            <a:off x="7453136" y="141806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产能提报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8" name="直接箭头连接符 97"/>
          <p:cNvCxnSpPr>
            <a:stCxn id="79" idx="1"/>
          </p:cNvCxnSpPr>
          <p:nvPr/>
        </p:nvCxnSpPr>
        <p:spPr>
          <a:xfrm flipH="1">
            <a:off x="10294344" y="2990154"/>
            <a:ext cx="374106" cy="6378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S03—VMI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库存管理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5"/>
          <p:cNvSpPr>
            <a:spLocks noChangeArrowheads="1"/>
          </p:cNvSpPr>
          <p:nvPr/>
        </p:nvSpPr>
        <p:spPr bwMode="gray">
          <a:xfrm>
            <a:off x="308207" y="3695470"/>
            <a:ext cx="2259806" cy="2087318"/>
          </a:xfrm>
          <a:prstGeom prst="roundRect">
            <a:avLst>
              <a:gd name="adj" fmla="val 18494"/>
            </a:avLst>
          </a:prstGeom>
          <a:solidFill>
            <a:srgbClr val="FFFFFF"/>
          </a:solidFill>
          <a:ln w="28575" algn="ctr">
            <a:solidFill>
              <a:srgbClr val="000000"/>
            </a:solidFill>
            <a:round/>
          </a:ln>
          <a:effectLst/>
        </p:spPr>
        <p:txBody>
          <a:bodyPr wrap="square" anchor="ctr"/>
          <a:lstStyle/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建立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VMI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物料及供应商关联关系</a:t>
            </a:r>
            <a:endParaRPr lang="en-US" altLang="zh-CN" sz="1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设定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VMI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库存水位</a:t>
            </a:r>
            <a:endParaRPr lang="en-US" altLang="zh-CN" sz="1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35"/>
          <p:cNvSpPr>
            <a:spLocks noChangeArrowheads="1"/>
          </p:cNvSpPr>
          <p:nvPr/>
        </p:nvSpPr>
        <p:spPr bwMode="gray">
          <a:xfrm>
            <a:off x="2812229" y="3695471"/>
            <a:ext cx="2061834" cy="2087318"/>
          </a:xfrm>
          <a:prstGeom prst="roundRect">
            <a:avLst>
              <a:gd name="adj" fmla="val 18494"/>
            </a:avLst>
          </a:prstGeom>
          <a:solidFill>
            <a:srgbClr val="FFFFFF"/>
          </a:solidFill>
          <a:ln w="28575" algn="ctr">
            <a:solidFill>
              <a:srgbClr val="000000"/>
            </a:solidFill>
            <a:round/>
          </a:ln>
          <a:effectLst/>
        </p:spPr>
        <p:txBody>
          <a:bodyPr wrap="square" anchor="ctr"/>
          <a:lstStyle/>
          <a:p>
            <a:pPr defTabSz="914400">
              <a:spcBef>
                <a:spcPts val="600"/>
              </a:spcBef>
              <a:spcAft>
                <a:spcPts val="600"/>
              </a:spcAft>
            </a:pP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供应商依据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VMI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库存水位导入库存</a:t>
            </a:r>
            <a:endParaRPr lang="en-US" altLang="zh-CN" sz="1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35"/>
          <p:cNvSpPr>
            <a:spLocks noChangeArrowheads="1"/>
          </p:cNvSpPr>
          <p:nvPr/>
        </p:nvSpPr>
        <p:spPr bwMode="gray">
          <a:xfrm>
            <a:off x="5118279" y="3695471"/>
            <a:ext cx="2153318" cy="2087317"/>
          </a:xfrm>
          <a:prstGeom prst="roundRect">
            <a:avLst>
              <a:gd name="adj" fmla="val 18494"/>
            </a:avLst>
          </a:prstGeom>
          <a:solidFill>
            <a:srgbClr val="FFFFFF"/>
          </a:solidFill>
          <a:ln w="28575" algn="ctr">
            <a:solidFill>
              <a:srgbClr val="000000"/>
            </a:solidFill>
            <a:round/>
          </a:ln>
          <a:effectLst/>
        </p:spPr>
        <p:txBody>
          <a:bodyPr wrap="square" anchor="ctr"/>
          <a:lstStyle/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根据订单履行生成交货单</a:t>
            </a:r>
            <a:endParaRPr lang="en-US" altLang="zh-CN" sz="1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  <p:sp>
        <p:nvSpPr>
          <p:cNvPr id="6" name="AutoShape 35"/>
          <p:cNvSpPr>
            <a:spLocks noChangeArrowheads="1"/>
          </p:cNvSpPr>
          <p:nvPr/>
        </p:nvSpPr>
        <p:spPr bwMode="gray">
          <a:xfrm>
            <a:off x="7497747" y="3693574"/>
            <a:ext cx="2027484" cy="2087317"/>
          </a:xfrm>
          <a:prstGeom prst="roundRect">
            <a:avLst>
              <a:gd name="adj" fmla="val 18494"/>
            </a:avLst>
          </a:prstGeom>
          <a:solidFill>
            <a:srgbClr val="FFFFFF"/>
          </a:solidFill>
          <a:ln w="28575" algn="ctr">
            <a:solidFill>
              <a:srgbClr val="000000"/>
            </a:solidFill>
            <a:round/>
          </a:ln>
          <a:effectLst/>
        </p:spPr>
        <p:txBody>
          <a:bodyPr wrap="square" lIns="0" rIns="0" anchor="ctr"/>
          <a:lstStyle/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en-US" altLang="zh-CN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VMI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物料出货后，库存自动扣减</a:t>
            </a:r>
            <a:endParaRPr lang="en-US" altLang="zh-CN" sz="140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消息提醒供应商补足库存</a:t>
            </a:r>
            <a:endParaRPr lang="en-US" altLang="zh-CN" sz="1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80215" y="1318293"/>
            <a:ext cx="11161240" cy="1879600"/>
            <a:chOff x="192931" y="1773610"/>
            <a:chExt cx="11995074" cy="2000250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gray">
            <a:xfrm>
              <a:off x="2178894" y="2510210"/>
              <a:ext cx="465137" cy="531813"/>
            </a:xfrm>
            <a:prstGeom prst="chevron">
              <a:avLst>
                <a:gd name="adj" fmla="val 52514"/>
              </a:avLst>
            </a:prstGeom>
            <a:solidFill>
              <a:srgbClr val="BBE0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AutoShape 4"/>
            <p:cNvSpPr>
              <a:spLocks noChangeArrowheads="1"/>
            </p:cNvSpPr>
            <p:nvPr/>
          </p:nvSpPr>
          <p:spPr bwMode="gray">
            <a:xfrm>
              <a:off x="4693494" y="2510210"/>
              <a:ext cx="463550" cy="531813"/>
            </a:xfrm>
            <a:prstGeom prst="chevron">
              <a:avLst>
                <a:gd name="adj" fmla="val 52514"/>
              </a:avLst>
            </a:pr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Oval 5"/>
            <p:cNvSpPr>
              <a:spLocks noChangeArrowheads="1"/>
            </p:cNvSpPr>
            <p:nvPr/>
          </p:nvSpPr>
          <p:spPr bwMode="gray">
            <a:xfrm>
              <a:off x="5223719" y="1779960"/>
              <a:ext cx="1985962" cy="1993900"/>
            </a:xfrm>
            <a:prstGeom prst="ellipse">
              <a:avLst/>
            </a:prstGeom>
            <a:gradFill rotWithShape="1">
              <a:gsLst>
                <a:gs pos="0">
                  <a:srgbClr val="009999">
                    <a:gamma/>
                    <a:tint val="0"/>
                    <a:invGamma/>
                  </a:srgbClr>
                </a:gs>
                <a:gs pos="50000">
                  <a:srgbClr val="009999"/>
                </a:gs>
                <a:gs pos="100000">
                  <a:srgbClr val="009999">
                    <a:gamma/>
                    <a:tint val="0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11" name="Oval 6"/>
            <p:cNvSpPr>
              <a:spLocks noChangeArrowheads="1"/>
            </p:cNvSpPr>
            <p:nvPr/>
          </p:nvSpPr>
          <p:spPr bwMode="gray">
            <a:xfrm>
              <a:off x="5223719" y="1779960"/>
              <a:ext cx="1985962" cy="1993900"/>
            </a:xfrm>
            <a:prstGeom prst="ellipse">
              <a:avLst/>
            </a:prstGeom>
            <a:gradFill rotWithShape="1">
              <a:gsLst>
                <a:gs pos="0">
                  <a:srgbClr val="009999">
                    <a:alpha val="32001"/>
                  </a:srgbClr>
                </a:gs>
                <a:gs pos="100000">
                  <a:srgbClr val="009999">
                    <a:gamma/>
                    <a:shade val="0"/>
                    <a:invGamma/>
                    <a:alpha val="89999"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12" name="Oval 7"/>
            <p:cNvSpPr>
              <a:spLocks noChangeArrowheads="1"/>
            </p:cNvSpPr>
            <p:nvPr/>
          </p:nvSpPr>
          <p:spPr bwMode="gray">
            <a:xfrm>
              <a:off x="5353894" y="1910135"/>
              <a:ext cx="1725612" cy="1733550"/>
            </a:xfrm>
            <a:prstGeom prst="ellipse">
              <a:avLst/>
            </a:prstGeom>
            <a:gradFill rotWithShape="1">
              <a:gsLst>
                <a:gs pos="0">
                  <a:srgbClr val="009999">
                    <a:gamma/>
                    <a:shade val="54118"/>
                    <a:invGamma/>
                  </a:srgbClr>
                </a:gs>
                <a:gs pos="50000">
                  <a:srgbClr val="009999"/>
                </a:gs>
                <a:gs pos="100000">
                  <a:srgbClr val="009999">
                    <a:gamma/>
                    <a:shade val="54118"/>
                    <a:invGamma/>
                  </a:srgbClr>
                </a:gs>
              </a:gsLst>
              <a:lin ang="189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13" name="Oval 8"/>
            <p:cNvSpPr>
              <a:spLocks noChangeArrowheads="1"/>
            </p:cNvSpPr>
            <p:nvPr/>
          </p:nvSpPr>
          <p:spPr bwMode="gray">
            <a:xfrm>
              <a:off x="5382469" y="1919660"/>
              <a:ext cx="1727200" cy="1733550"/>
            </a:xfrm>
            <a:prstGeom prst="ellipse">
              <a:avLst/>
            </a:prstGeom>
            <a:gradFill rotWithShape="1">
              <a:gsLst>
                <a:gs pos="0">
                  <a:srgbClr val="009999">
                    <a:gamma/>
                    <a:shade val="63529"/>
                    <a:invGamma/>
                  </a:srgbClr>
                </a:gs>
                <a:gs pos="100000">
                  <a:srgbClr val="009999">
                    <a:alpha val="0"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14" name="Oval 9"/>
            <p:cNvSpPr>
              <a:spLocks noChangeArrowheads="1"/>
            </p:cNvSpPr>
            <p:nvPr/>
          </p:nvSpPr>
          <p:spPr bwMode="gray">
            <a:xfrm>
              <a:off x="5445969" y="1995860"/>
              <a:ext cx="1555750" cy="156051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Oval 10"/>
            <p:cNvSpPr>
              <a:spLocks noChangeArrowheads="1"/>
            </p:cNvSpPr>
            <p:nvPr/>
          </p:nvSpPr>
          <p:spPr bwMode="gray">
            <a:xfrm>
              <a:off x="192931" y="1773610"/>
              <a:ext cx="1985963" cy="1993900"/>
            </a:xfrm>
            <a:prstGeom prst="ellipse">
              <a:avLst/>
            </a:prstGeom>
            <a:gradFill rotWithShape="1">
              <a:gsLst>
                <a:gs pos="0">
                  <a:srgbClr val="99CC00">
                    <a:gamma/>
                    <a:tint val="0"/>
                    <a:invGamma/>
                  </a:srgbClr>
                </a:gs>
                <a:gs pos="50000">
                  <a:srgbClr val="99CC00"/>
                </a:gs>
                <a:gs pos="100000">
                  <a:srgbClr val="99CC00">
                    <a:gamma/>
                    <a:tint val="0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16" name="Oval 11"/>
            <p:cNvSpPr>
              <a:spLocks noChangeArrowheads="1"/>
            </p:cNvSpPr>
            <p:nvPr/>
          </p:nvSpPr>
          <p:spPr bwMode="gray">
            <a:xfrm>
              <a:off x="192931" y="1773610"/>
              <a:ext cx="1985963" cy="1993900"/>
            </a:xfrm>
            <a:prstGeom prst="ellipse">
              <a:avLst/>
            </a:prstGeom>
            <a:gradFill rotWithShape="1">
              <a:gsLst>
                <a:gs pos="0">
                  <a:srgbClr val="99CC00">
                    <a:alpha val="32001"/>
                  </a:srgbClr>
                </a:gs>
                <a:gs pos="100000">
                  <a:srgbClr val="99CC00">
                    <a:gamma/>
                    <a:shade val="0"/>
                    <a:invGamma/>
                    <a:alpha val="89999"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17" name="Oval 12"/>
            <p:cNvSpPr>
              <a:spLocks noChangeArrowheads="1"/>
            </p:cNvSpPr>
            <p:nvPr/>
          </p:nvSpPr>
          <p:spPr bwMode="gray">
            <a:xfrm>
              <a:off x="323106" y="1903785"/>
              <a:ext cx="1725613" cy="1733550"/>
            </a:xfrm>
            <a:prstGeom prst="ellipse">
              <a:avLst/>
            </a:prstGeom>
            <a:gradFill rotWithShape="1">
              <a:gsLst>
                <a:gs pos="0">
                  <a:srgbClr val="99CC00">
                    <a:gamma/>
                    <a:shade val="54118"/>
                    <a:invGamma/>
                  </a:srgbClr>
                </a:gs>
                <a:gs pos="50000">
                  <a:srgbClr val="99CC00"/>
                </a:gs>
                <a:gs pos="100000">
                  <a:srgbClr val="99CC00">
                    <a:gamma/>
                    <a:shade val="54118"/>
                    <a:invGamma/>
                  </a:srgbClr>
                </a:gs>
              </a:gsLst>
              <a:lin ang="189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18" name="Oval 13"/>
            <p:cNvSpPr>
              <a:spLocks noChangeArrowheads="1"/>
            </p:cNvSpPr>
            <p:nvPr/>
          </p:nvSpPr>
          <p:spPr bwMode="gray">
            <a:xfrm>
              <a:off x="324694" y="1906960"/>
              <a:ext cx="1725612" cy="1733550"/>
            </a:xfrm>
            <a:prstGeom prst="ellipse">
              <a:avLst/>
            </a:prstGeom>
            <a:gradFill rotWithShape="1">
              <a:gsLst>
                <a:gs pos="0">
                  <a:srgbClr val="99CC00">
                    <a:gamma/>
                    <a:shade val="63529"/>
                    <a:invGamma/>
                  </a:srgbClr>
                </a:gs>
                <a:gs pos="100000">
                  <a:srgbClr val="99CC00">
                    <a:alpha val="0"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19" name="Oval 14"/>
            <p:cNvSpPr>
              <a:spLocks noChangeArrowheads="1"/>
            </p:cNvSpPr>
            <p:nvPr/>
          </p:nvSpPr>
          <p:spPr bwMode="gray">
            <a:xfrm>
              <a:off x="408831" y="1991098"/>
              <a:ext cx="1554163" cy="156051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0" name="Group 15"/>
            <p:cNvGrpSpPr/>
            <p:nvPr/>
          </p:nvGrpSpPr>
          <p:grpSpPr bwMode="auto">
            <a:xfrm>
              <a:off x="434231" y="2013323"/>
              <a:ext cx="1503363" cy="1511300"/>
              <a:chOff x="4166" y="1706"/>
              <a:chExt cx="1252" cy="1252"/>
            </a:xfrm>
          </p:grpSpPr>
          <p:sp>
            <p:nvSpPr>
              <p:cNvPr id="63" name="Oval 16"/>
              <p:cNvSpPr>
                <a:spLocks noChangeArrowheads="1"/>
              </p:cNvSpPr>
              <p:nvPr/>
            </p:nvSpPr>
            <p:spPr bwMode="gray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Oval 17"/>
              <p:cNvSpPr>
                <a:spLocks noChangeArrowheads="1"/>
              </p:cNvSpPr>
              <p:nvPr/>
            </p:nvSpPr>
            <p:spPr bwMode="gray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Oval 18"/>
              <p:cNvSpPr>
                <a:spLocks noChangeArrowheads="1"/>
              </p:cNvSpPr>
              <p:nvPr/>
            </p:nvSpPr>
            <p:spPr bwMode="gray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Oval 19"/>
              <p:cNvSpPr>
                <a:spLocks noChangeArrowheads="1"/>
              </p:cNvSpPr>
              <p:nvPr/>
            </p:nvSpPr>
            <p:spPr bwMode="gray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" name="Oval 20"/>
            <p:cNvSpPr>
              <a:spLocks noChangeArrowheads="1"/>
            </p:cNvSpPr>
            <p:nvPr/>
          </p:nvSpPr>
          <p:spPr bwMode="gray">
            <a:xfrm>
              <a:off x="2709119" y="1779960"/>
              <a:ext cx="1985962" cy="1993900"/>
            </a:xfrm>
            <a:prstGeom prst="ellipse">
              <a:avLst/>
            </a:prstGeom>
            <a:gradFill rotWithShape="1">
              <a:gsLst>
                <a:gs pos="0">
                  <a:srgbClr val="BBE0E3">
                    <a:gamma/>
                    <a:tint val="0"/>
                    <a:invGamma/>
                  </a:srgbClr>
                </a:gs>
                <a:gs pos="50000">
                  <a:srgbClr val="BBE0E3"/>
                </a:gs>
                <a:gs pos="100000">
                  <a:srgbClr val="BBE0E3">
                    <a:gamma/>
                    <a:tint val="0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22" name="Oval 21"/>
            <p:cNvSpPr>
              <a:spLocks noChangeArrowheads="1"/>
            </p:cNvSpPr>
            <p:nvPr/>
          </p:nvSpPr>
          <p:spPr bwMode="gray">
            <a:xfrm>
              <a:off x="2709119" y="1779960"/>
              <a:ext cx="1985962" cy="1993900"/>
            </a:xfrm>
            <a:prstGeom prst="ellipse">
              <a:avLst/>
            </a:prstGeom>
            <a:gradFill rotWithShape="1">
              <a:gsLst>
                <a:gs pos="0">
                  <a:srgbClr val="BBE0E3">
                    <a:alpha val="32001"/>
                  </a:srgbClr>
                </a:gs>
                <a:gs pos="100000">
                  <a:srgbClr val="BBE0E3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23" name="Oval 22"/>
            <p:cNvSpPr>
              <a:spLocks noChangeArrowheads="1"/>
            </p:cNvSpPr>
            <p:nvPr/>
          </p:nvSpPr>
          <p:spPr bwMode="gray">
            <a:xfrm>
              <a:off x="2839294" y="1910135"/>
              <a:ext cx="1725612" cy="1733550"/>
            </a:xfrm>
            <a:prstGeom prst="ellipse">
              <a:avLst/>
            </a:prstGeom>
            <a:gradFill rotWithShape="1">
              <a:gsLst>
                <a:gs pos="0">
                  <a:srgbClr val="BBE0E3">
                    <a:gamma/>
                    <a:shade val="54118"/>
                    <a:invGamma/>
                  </a:srgbClr>
                </a:gs>
                <a:gs pos="50000">
                  <a:srgbClr val="BBE0E3"/>
                </a:gs>
                <a:gs pos="100000">
                  <a:srgbClr val="BBE0E3">
                    <a:gamma/>
                    <a:shade val="54118"/>
                    <a:invGamma/>
                  </a:srgbClr>
                </a:gs>
              </a:gsLst>
              <a:lin ang="189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24" name="Oval 23"/>
            <p:cNvSpPr>
              <a:spLocks noChangeArrowheads="1"/>
            </p:cNvSpPr>
            <p:nvPr/>
          </p:nvSpPr>
          <p:spPr bwMode="gray">
            <a:xfrm>
              <a:off x="2840881" y="1913310"/>
              <a:ext cx="1725613" cy="1733550"/>
            </a:xfrm>
            <a:prstGeom prst="ellipse">
              <a:avLst/>
            </a:prstGeom>
            <a:gradFill rotWithShape="1">
              <a:gsLst>
                <a:gs pos="0">
                  <a:srgbClr val="BBE0E3">
                    <a:gamma/>
                    <a:shade val="63529"/>
                    <a:invGamma/>
                  </a:srgbClr>
                </a:gs>
                <a:gs pos="100000">
                  <a:srgbClr val="BBE0E3">
                    <a:alpha val="0"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gray">
            <a:xfrm>
              <a:off x="2925019" y="1995860"/>
              <a:ext cx="1554162" cy="156051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6" name="Group 25"/>
            <p:cNvGrpSpPr/>
            <p:nvPr/>
          </p:nvGrpSpPr>
          <p:grpSpPr bwMode="auto">
            <a:xfrm>
              <a:off x="2950419" y="2013323"/>
              <a:ext cx="1503362" cy="1511300"/>
              <a:chOff x="4166" y="1706"/>
              <a:chExt cx="1252" cy="1252"/>
            </a:xfrm>
          </p:grpSpPr>
          <p:sp>
            <p:nvSpPr>
              <p:cNvPr id="59" name="Oval 26"/>
              <p:cNvSpPr>
                <a:spLocks noChangeArrowheads="1"/>
              </p:cNvSpPr>
              <p:nvPr/>
            </p:nvSpPr>
            <p:spPr bwMode="gray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Oval 27"/>
              <p:cNvSpPr>
                <a:spLocks noChangeArrowheads="1"/>
              </p:cNvSpPr>
              <p:nvPr/>
            </p:nvSpPr>
            <p:spPr bwMode="gray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Oval 28"/>
              <p:cNvSpPr>
                <a:spLocks noChangeArrowheads="1"/>
              </p:cNvSpPr>
              <p:nvPr/>
            </p:nvSpPr>
            <p:spPr bwMode="gray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Oval 29"/>
              <p:cNvSpPr>
                <a:spLocks noChangeArrowheads="1"/>
              </p:cNvSpPr>
              <p:nvPr/>
            </p:nvSpPr>
            <p:spPr bwMode="gray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7" name="Group 30"/>
            <p:cNvGrpSpPr/>
            <p:nvPr/>
          </p:nvGrpSpPr>
          <p:grpSpPr bwMode="auto">
            <a:xfrm>
              <a:off x="5474544" y="2013323"/>
              <a:ext cx="1504950" cy="1511300"/>
              <a:chOff x="4166" y="1706"/>
              <a:chExt cx="1252" cy="1252"/>
            </a:xfrm>
          </p:grpSpPr>
          <p:sp>
            <p:nvSpPr>
              <p:cNvPr id="55" name="Oval 31"/>
              <p:cNvSpPr>
                <a:spLocks noChangeArrowheads="1"/>
              </p:cNvSpPr>
              <p:nvPr/>
            </p:nvSpPr>
            <p:spPr bwMode="gray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Oval 32"/>
              <p:cNvSpPr>
                <a:spLocks noChangeArrowheads="1"/>
              </p:cNvSpPr>
              <p:nvPr/>
            </p:nvSpPr>
            <p:spPr bwMode="gray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Oval 33"/>
              <p:cNvSpPr>
                <a:spLocks noChangeArrowheads="1"/>
              </p:cNvSpPr>
              <p:nvPr/>
            </p:nvSpPr>
            <p:spPr bwMode="gray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Oval 34"/>
              <p:cNvSpPr>
                <a:spLocks noChangeArrowheads="1"/>
              </p:cNvSpPr>
              <p:nvPr/>
            </p:nvSpPr>
            <p:spPr bwMode="gray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8" name="Text Box 38"/>
            <p:cNvSpPr txBox="1">
              <a:spLocks noChangeArrowheads="1"/>
            </p:cNvSpPr>
            <p:nvPr/>
          </p:nvSpPr>
          <p:spPr bwMode="gray">
            <a:xfrm>
              <a:off x="389554" y="2572123"/>
              <a:ext cx="1599066" cy="42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VMI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数据库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Text Box 39"/>
            <p:cNvSpPr txBox="1">
              <a:spLocks noChangeArrowheads="1"/>
            </p:cNvSpPr>
            <p:nvPr/>
          </p:nvSpPr>
          <p:spPr bwMode="gray">
            <a:xfrm>
              <a:off x="3061110" y="2572123"/>
              <a:ext cx="1301030" cy="42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导入库存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Text Box 40"/>
            <p:cNvSpPr txBox="1">
              <a:spLocks noChangeArrowheads="1"/>
            </p:cNvSpPr>
            <p:nvPr/>
          </p:nvSpPr>
          <p:spPr bwMode="gray">
            <a:xfrm>
              <a:off x="5591142" y="2565188"/>
              <a:ext cx="1305203" cy="42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订单履行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AutoShape 4"/>
            <p:cNvSpPr>
              <a:spLocks noChangeArrowheads="1"/>
            </p:cNvSpPr>
            <p:nvPr/>
          </p:nvSpPr>
          <p:spPr bwMode="gray">
            <a:xfrm>
              <a:off x="7215251" y="2503860"/>
              <a:ext cx="463550" cy="531813"/>
            </a:xfrm>
            <a:prstGeom prst="chevron">
              <a:avLst>
                <a:gd name="adj" fmla="val 52514"/>
              </a:avLst>
            </a:pr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Oval 5"/>
            <p:cNvSpPr>
              <a:spLocks noChangeArrowheads="1"/>
            </p:cNvSpPr>
            <p:nvPr/>
          </p:nvSpPr>
          <p:spPr bwMode="gray">
            <a:xfrm>
              <a:off x="7712025" y="1773610"/>
              <a:ext cx="1985962" cy="1993900"/>
            </a:xfrm>
            <a:prstGeom prst="ellipse">
              <a:avLst/>
            </a:prstGeom>
            <a:gradFill rotWithShape="1">
              <a:gsLst>
                <a:gs pos="0">
                  <a:srgbClr val="0095D3">
                    <a:gamma/>
                    <a:tint val="0"/>
                    <a:invGamma/>
                  </a:srgbClr>
                </a:gs>
                <a:gs pos="50000">
                  <a:srgbClr val="0095D3"/>
                </a:gs>
                <a:gs pos="100000">
                  <a:srgbClr val="0095D3">
                    <a:gamma/>
                    <a:tint val="0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3" name="Oval 6"/>
            <p:cNvSpPr>
              <a:spLocks noChangeArrowheads="1"/>
            </p:cNvSpPr>
            <p:nvPr/>
          </p:nvSpPr>
          <p:spPr bwMode="gray">
            <a:xfrm>
              <a:off x="7712025" y="1773610"/>
              <a:ext cx="1985962" cy="1993900"/>
            </a:xfrm>
            <a:prstGeom prst="ellipse">
              <a:avLst/>
            </a:prstGeom>
            <a:gradFill rotWithShape="1">
              <a:gsLst>
                <a:gs pos="0">
                  <a:srgbClr val="0095D3">
                    <a:alpha val="32001"/>
                  </a:srgbClr>
                </a:gs>
                <a:gs pos="100000">
                  <a:srgbClr val="0095D3">
                    <a:gamma/>
                    <a:shade val="0"/>
                    <a:invGamma/>
                    <a:alpha val="89999"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4" name="Oval 7"/>
            <p:cNvSpPr>
              <a:spLocks noChangeArrowheads="1"/>
            </p:cNvSpPr>
            <p:nvPr/>
          </p:nvSpPr>
          <p:spPr bwMode="gray">
            <a:xfrm>
              <a:off x="7842200" y="1903785"/>
              <a:ext cx="1725612" cy="1733550"/>
            </a:xfrm>
            <a:prstGeom prst="ellipse">
              <a:avLst/>
            </a:prstGeom>
            <a:gradFill rotWithShape="1">
              <a:gsLst>
                <a:gs pos="0">
                  <a:srgbClr val="0095D3">
                    <a:gamma/>
                    <a:shade val="54118"/>
                    <a:invGamma/>
                  </a:srgbClr>
                </a:gs>
                <a:gs pos="50000">
                  <a:srgbClr val="0095D3"/>
                </a:gs>
                <a:gs pos="100000">
                  <a:srgbClr val="0095D3">
                    <a:gamma/>
                    <a:shade val="54118"/>
                    <a:invGamma/>
                  </a:srgbClr>
                </a:gs>
              </a:gsLst>
              <a:lin ang="189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5" name="Oval 8"/>
            <p:cNvSpPr>
              <a:spLocks noChangeArrowheads="1"/>
            </p:cNvSpPr>
            <p:nvPr/>
          </p:nvSpPr>
          <p:spPr bwMode="gray">
            <a:xfrm>
              <a:off x="7870775" y="1913310"/>
              <a:ext cx="1727200" cy="1733550"/>
            </a:xfrm>
            <a:prstGeom prst="ellipse">
              <a:avLst/>
            </a:prstGeom>
            <a:gradFill rotWithShape="1">
              <a:gsLst>
                <a:gs pos="0">
                  <a:srgbClr val="0095D3">
                    <a:gamma/>
                    <a:shade val="63529"/>
                    <a:invGamma/>
                  </a:srgbClr>
                </a:gs>
                <a:gs pos="100000">
                  <a:srgbClr val="0095D3">
                    <a:alpha val="0"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6" name="Oval 9"/>
            <p:cNvSpPr>
              <a:spLocks noChangeArrowheads="1"/>
            </p:cNvSpPr>
            <p:nvPr/>
          </p:nvSpPr>
          <p:spPr bwMode="gray">
            <a:xfrm>
              <a:off x="7934275" y="1989510"/>
              <a:ext cx="1555750" cy="156051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7" name="Group 30"/>
            <p:cNvGrpSpPr/>
            <p:nvPr/>
          </p:nvGrpSpPr>
          <p:grpSpPr bwMode="auto">
            <a:xfrm>
              <a:off x="7962850" y="2006973"/>
              <a:ext cx="1504950" cy="1511300"/>
              <a:chOff x="4166" y="1706"/>
              <a:chExt cx="1252" cy="1252"/>
            </a:xfrm>
          </p:grpSpPr>
          <p:sp>
            <p:nvSpPr>
              <p:cNvPr id="51" name="Oval 31"/>
              <p:cNvSpPr>
                <a:spLocks noChangeArrowheads="1"/>
              </p:cNvSpPr>
              <p:nvPr/>
            </p:nvSpPr>
            <p:spPr bwMode="gray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C4C4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Oval 32"/>
              <p:cNvSpPr>
                <a:spLocks noChangeArrowheads="1"/>
              </p:cNvSpPr>
              <p:nvPr/>
            </p:nvSpPr>
            <p:spPr bwMode="gray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C4C4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Oval 33"/>
              <p:cNvSpPr>
                <a:spLocks noChangeArrowheads="1"/>
              </p:cNvSpPr>
              <p:nvPr/>
            </p:nvSpPr>
            <p:spPr bwMode="gray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C4C4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Oval 34"/>
              <p:cNvSpPr>
                <a:spLocks noChangeArrowheads="1"/>
              </p:cNvSpPr>
              <p:nvPr/>
            </p:nvSpPr>
            <p:spPr bwMode="gray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C4C4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8" name="Text Box 40"/>
            <p:cNvSpPr txBox="1">
              <a:spLocks noChangeArrowheads="1"/>
            </p:cNvSpPr>
            <p:nvPr/>
          </p:nvSpPr>
          <p:spPr bwMode="gray">
            <a:xfrm>
              <a:off x="8070367" y="2565773"/>
              <a:ext cx="1301029" cy="42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出货扣减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Oval 20"/>
            <p:cNvSpPr>
              <a:spLocks noChangeArrowheads="1"/>
            </p:cNvSpPr>
            <p:nvPr/>
          </p:nvSpPr>
          <p:spPr bwMode="gray">
            <a:xfrm>
              <a:off x="10202043" y="1773610"/>
              <a:ext cx="1985962" cy="1993900"/>
            </a:xfrm>
            <a:prstGeom prst="ellipse">
              <a:avLst/>
            </a:prstGeom>
            <a:gradFill rotWithShape="1">
              <a:gsLst>
                <a:gs pos="0">
                  <a:srgbClr val="4C4C4C">
                    <a:gamma/>
                    <a:tint val="0"/>
                    <a:invGamma/>
                  </a:srgbClr>
                </a:gs>
                <a:gs pos="50000">
                  <a:srgbClr val="4C4C4C"/>
                </a:gs>
                <a:gs pos="100000">
                  <a:srgbClr val="4C4C4C">
                    <a:gamma/>
                    <a:tint val="0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40" name="Oval 21"/>
            <p:cNvSpPr>
              <a:spLocks noChangeArrowheads="1"/>
            </p:cNvSpPr>
            <p:nvPr/>
          </p:nvSpPr>
          <p:spPr bwMode="gray">
            <a:xfrm>
              <a:off x="10202043" y="1773610"/>
              <a:ext cx="1985962" cy="1993900"/>
            </a:xfrm>
            <a:prstGeom prst="ellipse">
              <a:avLst/>
            </a:prstGeom>
            <a:gradFill rotWithShape="1">
              <a:gsLst>
                <a:gs pos="0">
                  <a:srgbClr val="4C4C4C">
                    <a:alpha val="32001"/>
                  </a:srgbClr>
                </a:gs>
                <a:gs pos="100000">
                  <a:srgbClr val="4C4C4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41" name="Oval 22"/>
            <p:cNvSpPr>
              <a:spLocks noChangeArrowheads="1"/>
            </p:cNvSpPr>
            <p:nvPr/>
          </p:nvSpPr>
          <p:spPr bwMode="gray">
            <a:xfrm>
              <a:off x="10332218" y="1903785"/>
              <a:ext cx="1725612" cy="1733550"/>
            </a:xfrm>
            <a:prstGeom prst="ellipse">
              <a:avLst/>
            </a:prstGeom>
            <a:gradFill rotWithShape="1">
              <a:gsLst>
                <a:gs pos="0">
                  <a:srgbClr val="4C4C4C">
                    <a:gamma/>
                    <a:shade val="54118"/>
                    <a:invGamma/>
                  </a:srgbClr>
                </a:gs>
                <a:gs pos="50000">
                  <a:srgbClr val="4C4C4C"/>
                </a:gs>
                <a:gs pos="100000">
                  <a:srgbClr val="4C4C4C">
                    <a:gamma/>
                    <a:shade val="54118"/>
                    <a:invGamma/>
                  </a:srgbClr>
                </a:gs>
              </a:gsLst>
              <a:lin ang="189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42" name="Oval 23"/>
            <p:cNvSpPr>
              <a:spLocks noChangeArrowheads="1"/>
            </p:cNvSpPr>
            <p:nvPr/>
          </p:nvSpPr>
          <p:spPr bwMode="gray">
            <a:xfrm>
              <a:off x="10333805" y="1906960"/>
              <a:ext cx="1725613" cy="1733550"/>
            </a:xfrm>
            <a:prstGeom prst="ellipse">
              <a:avLst/>
            </a:prstGeom>
            <a:gradFill rotWithShape="1">
              <a:gsLst>
                <a:gs pos="0">
                  <a:srgbClr val="4C4C4C">
                    <a:gamma/>
                    <a:shade val="63529"/>
                    <a:invGamma/>
                  </a:srgbClr>
                </a:gs>
                <a:gs pos="100000">
                  <a:srgbClr val="4C4C4C">
                    <a:alpha val="0"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43" name="Oval 24"/>
            <p:cNvSpPr>
              <a:spLocks noChangeArrowheads="1"/>
            </p:cNvSpPr>
            <p:nvPr/>
          </p:nvSpPr>
          <p:spPr bwMode="gray">
            <a:xfrm>
              <a:off x="10417943" y="1989510"/>
              <a:ext cx="1554162" cy="156051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4" name="Group 25"/>
            <p:cNvGrpSpPr/>
            <p:nvPr/>
          </p:nvGrpSpPr>
          <p:grpSpPr bwMode="auto">
            <a:xfrm>
              <a:off x="10443343" y="2006973"/>
              <a:ext cx="1503362" cy="1511300"/>
              <a:chOff x="4166" y="1706"/>
              <a:chExt cx="1252" cy="1252"/>
            </a:xfrm>
          </p:grpSpPr>
          <p:sp>
            <p:nvSpPr>
              <p:cNvPr id="47" name="Oval 26"/>
              <p:cNvSpPr>
                <a:spLocks noChangeArrowheads="1"/>
              </p:cNvSpPr>
              <p:nvPr/>
            </p:nvSpPr>
            <p:spPr bwMode="gray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C4C4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Oval 27"/>
              <p:cNvSpPr>
                <a:spLocks noChangeArrowheads="1"/>
              </p:cNvSpPr>
              <p:nvPr/>
            </p:nvSpPr>
            <p:spPr bwMode="gray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C4C4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Oval 28"/>
              <p:cNvSpPr>
                <a:spLocks noChangeArrowheads="1"/>
              </p:cNvSpPr>
              <p:nvPr/>
            </p:nvSpPr>
            <p:spPr bwMode="gray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C4C4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Oval 29"/>
              <p:cNvSpPr>
                <a:spLocks noChangeArrowheads="1"/>
              </p:cNvSpPr>
              <p:nvPr/>
            </p:nvSpPr>
            <p:spPr bwMode="gray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C4C4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5" name="Text Box 39"/>
            <p:cNvSpPr txBox="1">
              <a:spLocks noChangeArrowheads="1"/>
            </p:cNvSpPr>
            <p:nvPr/>
          </p:nvSpPr>
          <p:spPr bwMode="gray">
            <a:xfrm>
              <a:off x="10554034" y="2565773"/>
              <a:ext cx="1301029" cy="425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补足库存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AutoShape 4"/>
            <p:cNvSpPr>
              <a:spLocks noChangeArrowheads="1"/>
            </p:cNvSpPr>
            <p:nvPr/>
          </p:nvSpPr>
          <p:spPr bwMode="gray">
            <a:xfrm>
              <a:off x="9696970" y="2524946"/>
              <a:ext cx="463550" cy="531813"/>
            </a:xfrm>
            <a:prstGeom prst="chevron">
              <a:avLst>
                <a:gd name="adj" fmla="val 52514"/>
              </a:avLst>
            </a:pr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7" name="AutoShape 35"/>
          <p:cNvSpPr>
            <a:spLocks noChangeArrowheads="1"/>
          </p:cNvSpPr>
          <p:nvPr/>
        </p:nvSpPr>
        <p:spPr bwMode="gray">
          <a:xfrm>
            <a:off x="9693548" y="3693574"/>
            <a:ext cx="1991924" cy="2087317"/>
          </a:xfrm>
          <a:prstGeom prst="roundRect">
            <a:avLst>
              <a:gd name="adj" fmla="val 18494"/>
            </a:avLst>
          </a:prstGeom>
          <a:solidFill>
            <a:srgbClr val="FFFFFF"/>
          </a:solidFill>
          <a:ln w="28575" algn="ctr">
            <a:solidFill>
              <a:srgbClr val="000000"/>
            </a:solidFill>
            <a:round/>
          </a:ln>
          <a:effectLst/>
        </p:spPr>
        <p:txBody>
          <a:bodyPr wrap="square" anchor="ctr"/>
          <a:lstStyle/>
          <a:p>
            <a:pPr defTabSz="914400">
              <a:spcBef>
                <a:spcPts val="600"/>
              </a:spcBef>
              <a:spcAft>
                <a:spcPts val="600"/>
              </a:spcAft>
            </a:pPr>
            <a:r>
              <a:rPr lang="zh-CN" altLang="en-US" sz="1400" b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供应商依据</a:t>
            </a:r>
            <a:r>
              <a:rPr lang="en-US" altLang="zh-CN" sz="1400" b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VMI</a:t>
            </a:r>
            <a:r>
              <a:rPr lang="zh-CN" altLang="en-US" sz="1400" b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库存水位补足库存量</a:t>
            </a:r>
            <a:endParaRPr lang="en-US" altLang="zh-CN" sz="1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S03—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委外订单场景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圆角矩形 22"/>
          <p:cNvSpPr/>
          <p:nvPr/>
        </p:nvSpPr>
        <p:spPr>
          <a:xfrm>
            <a:off x="208773" y="1321529"/>
            <a:ext cx="514350" cy="4306014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txBody>
          <a:bodyPr vert="wordArtVertRtl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工序委外订单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2"/>
          <p:cNvSpPr txBox="1"/>
          <p:nvPr/>
        </p:nvSpPr>
        <p:spPr>
          <a:xfrm>
            <a:off x="1449890" y="5592941"/>
            <a:ext cx="9014910" cy="133070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 anchorCtr="0">
            <a:noAutofit/>
          </a:bodyPr>
          <a:lstStyle/>
          <a:p>
            <a:pPr marL="228600" indent="-228600" defTabSz="1219200"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2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供应商可在线时时了解分包毛胚库存状态，进行及时领料，提升效率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en-US" altLang="zh-CN" sz="120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 defTabSz="1219200"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2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在线通知供应商上一工序完结时间，进行及时领料，减少沟通成本；</a:t>
            </a:r>
            <a:endParaRPr lang="en-US" altLang="zh-CN" sz="120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18"/>
          <p:cNvSpPr>
            <a:spLocks noChangeArrowheads="1"/>
          </p:cNvSpPr>
          <p:nvPr/>
        </p:nvSpPr>
        <p:spPr bwMode="auto">
          <a:xfrm>
            <a:off x="44993" y="5759943"/>
            <a:ext cx="1404896" cy="968636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 w="19050" algn="ctr">
            <a:noFill/>
            <a:miter lim="800000"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业务要点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6"/>
          <p:cNvSpPr txBox="1"/>
          <p:nvPr/>
        </p:nvSpPr>
        <p:spPr>
          <a:xfrm>
            <a:off x="1619895" y="1378079"/>
            <a:ext cx="1066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en-US" altLang="zh-CN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生产订单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11"/>
          <p:cNvSpPr txBox="1"/>
          <p:nvPr/>
        </p:nvSpPr>
        <p:spPr>
          <a:xfrm>
            <a:off x="4804910" y="137651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创建订单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16"/>
          <p:cNvSpPr txBox="1"/>
          <p:nvPr/>
        </p:nvSpPr>
        <p:spPr>
          <a:xfrm>
            <a:off x="8934415" y="137955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订单协同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22"/>
          <p:cNvSpPr/>
          <p:nvPr/>
        </p:nvSpPr>
        <p:spPr>
          <a:xfrm>
            <a:off x="1608445" y="2195695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生产订单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圆角矩形 22"/>
          <p:cNvSpPr/>
          <p:nvPr/>
        </p:nvSpPr>
        <p:spPr>
          <a:xfrm>
            <a:off x="4750002" y="2198744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转采购订单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直接箭头连接符 43"/>
          <p:cNvCxnSpPr>
            <a:stCxn id="45" idx="2"/>
            <a:endCxn id="46" idx="0"/>
          </p:cNvCxnSpPr>
          <p:nvPr/>
        </p:nvCxnSpPr>
        <p:spPr>
          <a:xfrm>
            <a:off x="8602383" y="2557758"/>
            <a:ext cx="0" cy="210616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5" name="圆角矩形 22"/>
          <p:cNvSpPr/>
          <p:nvPr/>
        </p:nvSpPr>
        <p:spPr>
          <a:xfrm>
            <a:off x="8026319" y="2197718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确认订单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圆角矩形 22"/>
          <p:cNvSpPr/>
          <p:nvPr/>
        </p:nvSpPr>
        <p:spPr>
          <a:xfrm>
            <a:off x="8026319" y="2768374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打印领料单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圆角矩形 22"/>
          <p:cNvSpPr/>
          <p:nvPr/>
        </p:nvSpPr>
        <p:spPr>
          <a:xfrm>
            <a:off x="8026319" y="3986459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送货单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直接箭头连接符 47"/>
          <p:cNvCxnSpPr>
            <a:stCxn id="47" idx="2"/>
            <a:endCxn id="53" idx="0"/>
          </p:cNvCxnSpPr>
          <p:nvPr/>
        </p:nvCxnSpPr>
        <p:spPr>
          <a:xfrm>
            <a:off x="8602383" y="4346499"/>
            <a:ext cx="5748" cy="232519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9" name="圆角矩形 22"/>
          <p:cNvSpPr/>
          <p:nvPr/>
        </p:nvSpPr>
        <p:spPr>
          <a:xfrm>
            <a:off x="9576925" y="2196614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发料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644739" y="1715066"/>
            <a:ext cx="3708803" cy="3910425"/>
          </a:xfrm>
          <a:prstGeom prst="rect">
            <a:avLst/>
          </a:prstGeom>
          <a:noFill/>
          <a:ln w="3175" cap="flat" cmpd="sng" algn="ctr">
            <a:solidFill>
              <a:srgbClr val="4C4C4C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1" name="TextBox 16"/>
          <p:cNvSpPr txBox="1"/>
          <p:nvPr/>
        </p:nvSpPr>
        <p:spPr>
          <a:xfrm>
            <a:off x="8211140" y="178678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1400" b="1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供应商</a:t>
            </a:r>
            <a:endParaRPr lang="zh-CN" altLang="en-US" sz="1400" b="1" dirty="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圆角矩形 22"/>
          <p:cNvSpPr/>
          <p:nvPr/>
        </p:nvSpPr>
        <p:spPr>
          <a:xfrm>
            <a:off x="7943453" y="2258778"/>
            <a:ext cx="655442" cy="180020"/>
          </a:xfrm>
          <a:prstGeom prst="roundRect">
            <a:avLst/>
          </a:prstGeom>
          <a:noFill/>
          <a:ln w="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3" name="圆角矩形 22"/>
          <p:cNvSpPr/>
          <p:nvPr/>
        </p:nvSpPr>
        <p:spPr>
          <a:xfrm>
            <a:off x="8032067" y="4579018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送货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连接符: 肘形 53"/>
          <p:cNvCxnSpPr>
            <a:stCxn id="43" idx="3"/>
            <a:endCxn id="45" idx="1"/>
          </p:cNvCxnSpPr>
          <p:nvPr/>
        </p:nvCxnSpPr>
        <p:spPr>
          <a:xfrm flipV="1">
            <a:off x="5902130" y="2377738"/>
            <a:ext cx="2124189" cy="1026"/>
          </a:xfrm>
          <a:prstGeom prst="bentConnector3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5" name="圆角矩形 22"/>
          <p:cNvSpPr/>
          <p:nvPr/>
        </p:nvSpPr>
        <p:spPr>
          <a:xfrm>
            <a:off x="9600015" y="5169507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入库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圆角矩形 22"/>
          <p:cNvSpPr/>
          <p:nvPr/>
        </p:nvSpPr>
        <p:spPr>
          <a:xfrm>
            <a:off x="8026319" y="5160156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对账开票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7" name="连接符: 肘形 56"/>
          <p:cNvCxnSpPr>
            <a:stCxn id="53" idx="3"/>
            <a:endCxn id="55" idx="0"/>
          </p:cNvCxnSpPr>
          <p:nvPr/>
        </p:nvCxnSpPr>
        <p:spPr>
          <a:xfrm>
            <a:off x="9184195" y="4759038"/>
            <a:ext cx="991884" cy="410469"/>
          </a:xfrm>
          <a:prstGeom prst="bentConnector2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8" name="直接箭头连接符 57"/>
          <p:cNvCxnSpPr>
            <a:stCxn id="55" idx="1"/>
            <a:endCxn id="56" idx="3"/>
          </p:cNvCxnSpPr>
          <p:nvPr/>
        </p:nvCxnSpPr>
        <p:spPr>
          <a:xfrm flipH="1" flipV="1">
            <a:off x="9178447" y="5340176"/>
            <a:ext cx="421568" cy="9351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9" name="直接箭头连接符 58"/>
          <p:cNvCxnSpPr>
            <a:stCxn id="42" idx="3"/>
            <a:endCxn id="43" idx="1"/>
          </p:cNvCxnSpPr>
          <p:nvPr/>
        </p:nvCxnSpPr>
        <p:spPr>
          <a:xfrm>
            <a:off x="2760573" y="2375715"/>
            <a:ext cx="1989429" cy="3049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0" name="箭头: 五边形 59"/>
          <p:cNvSpPr/>
          <p:nvPr/>
        </p:nvSpPr>
        <p:spPr>
          <a:xfrm>
            <a:off x="919910" y="950248"/>
            <a:ext cx="10284844" cy="158484"/>
          </a:xfrm>
          <a:prstGeom prst="homePlate">
            <a:avLst/>
          </a:prstGeom>
          <a:solidFill>
            <a:srgbClr val="0066CB">
              <a:lumMod val="60000"/>
              <a:lumOff val="40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1" name="Oval 8"/>
          <p:cNvSpPr>
            <a:spLocks noChangeArrowheads="1"/>
          </p:cNvSpPr>
          <p:nvPr/>
        </p:nvSpPr>
        <p:spPr bwMode="auto">
          <a:xfrm>
            <a:off x="1865022" y="740344"/>
            <a:ext cx="576065" cy="576064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1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62" name="Oval 8"/>
          <p:cNvSpPr>
            <a:spLocks noChangeArrowheads="1"/>
          </p:cNvSpPr>
          <p:nvPr/>
        </p:nvSpPr>
        <p:spPr bwMode="auto">
          <a:xfrm>
            <a:off x="9111261" y="728931"/>
            <a:ext cx="576065" cy="576064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3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63" name="Oval 8"/>
          <p:cNvSpPr>
            <a:spLocks noChangeArrowheads="1"/>
          </p:cNvSpPr>
          <p:nvPr/>
        </p:nvSpPr>
        <p:spPr bwMode="auto">
          <a:xfrm>
            <a:off x="5011066" y="716436"/>
            <a:ext cx="576065" cy="576064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2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64" name="TextBox 16"/>
          <p:cNvSpPr txBox="1"/>
          <p:nvPr/>
        </p:nvSpPr>
        <p:spPr>
          <a:xfrm>
            <a:off x="9872109" y="179120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1400" b="1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仓库</a:t>
            </a:r>
            <a:endParaRPr lang="zh-CN" altLang="en-US" sz="1400" b="1" dirty="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5" name="连接符: 肘形 64"/>
          <p:cNvCxnSpPr>
            <a:stCxn id="46" idx="3"/>
            <a:endCxn id="49" idx="1"/>
          </p:cNvCxnSpPr>
          <p:nvPr/>
        </p:nvCxnSpPr>
        <p:spPr>
          <a:xfrm flipV="1">
            <a:off x="9178447" y="2376634"/>
            <a:ext cx="398478" cy="571760"/>
          </a:xfrm>
          <a:prstGeom prst="bentConnector3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6" name="圆角矩形 22"/>
          <p:cNvSpPr/>
          <p:nvPr/>
        </p:nvSpPr>
        <p:spPr>
          <a:xfrm>
            <a:off x="8026319" y="3346348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领料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7" name="连接符: 肘形 66"/>
          <p:cNvCxnSpPr>
            <a:stCxn id="49" idx="2"/>
            <a:endCxn id="66" idx="3"/>
          </p:cNvCxnSpPr>
          <p:nvPr/>
        </p:nvCxnSpPr>
        <p:spPr>
          <a:xfrm rot="5400000">
            <a:off x="9180861" y="2554240"/>
            <a:ext cx="969714" cy="974542"/>
          </a:xfrm>
          <a:prstGeom prst="bentConnector2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8" name="直接箭头连接符 67"/>
          <p:cNvCxnSpPr>
            <a:stCxn id="66" idx="2"/>
            <a:endCxn id="47" idx="0"/>
          </p:cNvCxnSpPr>
          <p:nvPr/>
        </p:nvCxnSpPr>
        <p:spPr>
          <a:xfrm>
            <a:off x="8602383" y="3706388"/>
            <a:ext cx="0" cy="280071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9" name="Rectangle 4"/>
          <p:cNvSpPr>
            <a:spLocks noChangeArrowheads="1"/>
          </p:cNvSpPr>
          <p:nvPr/>
        </p:nvSpPr>
        <p:spPr bwMode="auto">
          <a:xfrm>
            <a:off x="0" y="5729043"/>
            <a:ext cx="10464799" cy="1062179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S03—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成果展示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1165"/>
            <a:ext cx="12192000" cy="416734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8" y="3356992"/>
            <a:ext cx="12144672" cy="359637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S03—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应用效果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图表 2"/>
          <p:cNvGraphicFramePr/>
          <p:nvPr/>
        </p:nvGraphicFramePr>
        <p:xfrm>
          <a:off x="47328" y="1916832"/>
          <a:ext cx="11953328" cy="4309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4"/>
          <p:cNvSpPr txBox="1"/>
          <p:nvPr/>
        </p:nvSpPr>
        <p:spPr>
          <a:xfrm>
            <a:off x="983432" y="716503"/>
            <a:ext cx="10297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自上线运行截止到</a:t>
            </a:r>
            <a:r>
              <a:rPr lang="en-US" altLang="zh-CN" sz="1800"/>
              <a:t>2023/2/9</a:t>
            </a:r>
            <a:r>
              <a:rPr lang="zh-CN" altLang="en-US" sz="1800"/>
              <a:t>中午，</a:t>
            </a:r>
            <a:r>
              <a:rPr lang="en-US" altLang="zh-CN" sz="1800"/>
              <a:t>SRM</a:t>
            </a:r>
            <a:r>
              <a:rPr lang="zh-CN" altLang="en-US" sz="1800"/>
              <a:t>系统共产生</a:t>
            </a:r>
            <a:r>
              <a:rPr lang="en-US" altLang="zh-CN" sz="1800"/>
              <a:t>40171</a:t>
            </a:r>
            <a:r>
              <a:rPr lang="zh-CN" altLang="en-US" sz="1800"/>
              <a:t>笔送货单</a:t>
            </a:r>
            <a:endParaRPr lang="en-US" altLang="zh-CN" sz="1800"/>
          </a:p>
          <a:p>
            <a:r>
              <a:rPr lang="zh-CN" altLang="en-US" sz="1800"/>
              <a:t>有</a:t>
            </a:r>
            <a:r>
              <a:rPr lang="en-US" altLang="zh-CN" sz="1800"/>
              <a:t>394</a:t>
            </a:r>
            <a:r>
              <a:rPr lang="zh-CN" altLang="en-US" sz="1800"/>
              <a:t>家供应商参与送货单创建，以下取了前</a:t>
            </a:r>
            <a:r>
              <a:rPr lang="en-US" altLang="zh-CN" sz="1800"/>
              <a:t>20</a:t>
            </a:r>
            <a:r>
              <a:rPr lang="zh-CN" altLang="en-US" sz="1800"/>
              <a:t>名供应商排名</a:t>
            </a:r>
            <a:endParaRPr lang="zh-CN" altLang="en-US" sz="180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S04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3256546" y="1100655"/>
          <a:ext cx="6625391" cy="4828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S04—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供应商绩效业务模型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2" name="Google Shape;2175;p78"/>
          <p:cNvCxnSpPr/>
          <p:nvPr/>
        </p:nvCxnSpPr>
        <p:spPr>
          <a:xfrm rot="10800000">
            <a:off x="2931785" y="2257238"/>
            <a:ext cx="0" cy="337903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none" w="sm" len="sm"/>
          </a:ln>
        </p:spPr>
      </p:cxnSp>
      <p:cxnSp>
        <p:nvCxnSpPr>
          <p:cNvPr id="83" name="Google Shape;2176;p78"/>
          <p:cNvCxnSpPr/>
          <p:nvPr/>
        </p:nvCxnSpPr>
        <p:spPr>
          <a:xfrm rot="10800000">
            <a:off x="8879852" y="2256121"/>
            <a:ext cx="0" cy="170068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none" w="sm" len="sm"/>
          </a:ln>
        </p:spPr>
      </p:cxnSp>
      <p:cxnSp>
        <p:nvCxnSpPr>
          <p:cNvPr id="84" name="Google Shape;2177;p78"/>
          <p:cNvCxnSpPr/>
          <p:nvPr/>
        </p:nvCxnSpPr>
        <p:spPr>
          <a:xfrm rot="10800000">
            <a:off x="5716334" y="2256122"/>
            <a:ext cx="0" cy="275953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none" w="sm" len="sm"/>
          </a:ln>
        </p:spPr>
      </p:cxnSp>
      <p:cxnSp>
        <p:nvCxnSpPr>
          <p:cNvPr id="85" name="Google Shape;2178;p78"/>
          <p:cNvCxnSpPr/>
          <p:nvPr/>
        </p:nvCxnSpPr>
        <p:spPr>
          <a:xfrm rot="10800000" flipH="1">
            <a:off x="1647319" y="2052171"/>
            <a:ext cx="1" cy="195580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none" w="sm" len="sm"/>
          </a:ln>
        </p:spPr>
      </p:cxnSp>
      <p:cxnSp>
        <p:nvCxnSpPr>
          <p:cNvPr id="86" name="Google Shape;2179;p78"/>
          <p:cNvCxnSpPr/>
          <p:nvPr/>
        </p:nvCxnSpPr>
        <p:spPr>
          <a:xfrm rot="10800000" flipH="1">
            <a:off x="4480577" y="1971773"/>
            <a:ext cx="1" cy="290757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none" w="sm" len="sm"/>
          </a:ln>
        </p:spPr>
      </p:cxnSp>
      <p:cxnSp>
        <p:nvCxnSpPr>
          <p:cNvPr id="87" name="Google Shape;2180;p78"/>
          <p:cNvCxnSpPr/>
          <p:nvPr/>
        </p:nvCxnSpPr>
        <p:spPr>
          <a:xfrm rot="10800000" flipH="1">
            <a:off x="10003622" y="1982233"/>
            <a:ext cx="1" cy="269839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none" w="sm" len="sm"/>
          </a:ln>
        </p:spPr>
      </p:cxnSp>
      <p:cxnSp>
        <p:nvCxnSpPr>
          <p:cNvPr id="88" name="Google Shape;2181;p78"/>
          <p:cNvCxnSpPr/>
          <p:nvPr/>
        </p:nvCxnSpPr>
        <p:spPr>
          <a:xfrm rot="10800000" flipH="1">
            <a:off x="4711825" y="1982233"/>
            <a:ext cx="1" cy="269839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none" w="sm" len="sm"/>
          </a:ln>
        </p:spPr>
      </p:cxnSp>
      <p:cxnSp>
        <p:nvCxnSpPr>
          <p:cNvPr id="89" name="Google Shape;2182;p78"/>
          <p:cNvCxnSpPr/>
          <p:nvPr/>
        </p:nvCxnSpPr>
        <p:spPr>
          <a:xfrm>
            <a:off x="1643092" y="2257239"/>
            <a:ext cx="2841711" cy="1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none" w="sm" len="sm"/>
          </a:ln>
        </p:spPr>
      </p:cxnSp>
      <p:cxnSp>
        <p:nvCxnSpPr>
          <p:cNvPr id="90" name="Google Shape;2183;p78"/>
          <p:cNvCxnSpPr/>
          <p:nvPr/>
        </p:nvCxnSpPr>
        <p:spPr>
          <a:xfrm>
            <a:off x="4702789" y="2257239"/>
            <a:ext cx="5309873" cy="1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none" w="sm" len="sm"/>
          </a:ln>
        </p:spPr>
      </p:cxnSp>
      <p:cxnSp>
        <p:nvCxnSpPr>
          <p:cNvPr id="91" name="Google Shape;2184;p78"/>
          <p:cNvCxnSpPr/>
          <p:nvPr/>
        </p:nvCxnSpPr>
        <p:spPr>
          <a:xfrm>
            <a:off x="445190" y="4702309"/>
            <a:ext cx="10028905" cy="108386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none" w="sm" len="sm"/>
          </a:ln>
        </p:spPr>
      </p:cxnSp>
      <p:cxnSp>
        <p:nvCxnSpPr>
          <p:cNvPr id="92" name="Google Shape;2185;p78"/>
          <p:cNvCxnSpPr/>
          <p:nvPr/>
        </p:nvCxnSpPr>
        <p:spPr>
          <a:xfrm flipV="1">
            <a:off x="3707618" y="3322112"/>
            <a:ext cx="6754607" cy="12068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none" w="sm" len="sm"/>
          </a:ln>
        </p:spPr>
      </p:cxnSp>
      <p:sp>
        <p:nvSpPr>
          <p:cNvPr id="93" name="Google Shape;2186;p78"/>
          <p:cNvSpPr/>
          <p:nvPr/>
        </p:nvSpPr>
        <p:spPr>
          <a:xfrm>
            <a:off x="7651610" y="2385972"/>
            <a:ext cx="1872670" cy="1906075"/>
          </a:xfrm>
          <a:prstGeom prst="roundRect">
            <a:avLst>
              <a:gd name="adj" fmla="val 5281"/>
            </a:avLst>
          </a:prstGeom>
          <a:solidFill>
            <a:srgbClr val="434579"/>
          </a:soli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endParaRPr sz="269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4" name="Google Shape;2187;p78"/>
          <p:cNvSpPr/>
          <p:nvPr/>
        </p:nvSpPr>
        <p:spPr>
          <a:xfrm>
            <a:off x="1172006" y="1196575"/>
            <a:ext cx="997802" cy="907091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3476DB"/>
              </a:gs>
              <a:gs pos="35000">
                <a:srgbClr val="3480DB"/>
              </a:gs>
              <a:gs pos="100000">
                <a:srgbClr val="3887DC"/>
              </a:gs>
            </a:gsLst>
            <a:lin ang="16200000" scaled="0"/>
          </a:gra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endParaRPr sz="269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5" name="Google Shape;2188;p78"/>
          <p:cNvSpPr/>
          <p:nvPr/>
        </p:nvSpPr>
        <p:spPr>
          <a:xfrm>
            <a:off x="4098681" y="1196574"/>
            <a:ext cx="997424" cy="906749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E56A00"/>
              </a:gs>
              <a:gs pos="34785">
                <a:srgbClr val="E86A00"/>
              </a:gs>
              <a:gs pos="100000">
                <a:srgbClr val="FC7D0D"/>
              </a:gs>
            </a:gsLst>
            <a:lin ang="16200000" scaled="0"/>
          </a:gra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endParaRPr sz="269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6" name="Google Shape;2189;p78"/>
          <p:cNvSpPr/>
          <p:nvPr/>
        </p:nvSpPr>
        <p:spPr>
          <a:xfrm>
            <a:off x="7823132" y="2776864"/>
            <a:ext cx="1617442" cy="30633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algn="ctr" defTabSz="914400">
              <a:buClr>
                <a:srgbClr val="000000"/>
              </a:buClr>
              <a:defRPr/>
            </a:pPr>
            <a:r>
              <a:rPr lang="zh-CN" altLang="en-US" sz="12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来料批次合格率</a:t>
            </a:r>
            <a:endParaRPr lang="zh-CN" altLang="en-US" sz="12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7" name="Google Shape;2190;p78"/>
          <p:cNvSpPr/>
          <p:nvPr/>
        </p:nvSpPr>
        <p:spPr>
          <a:xfrm>
            <a:off x="7823132" y="3166346"/>
            <a:ext cx="1617442" cy="30633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2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持续改善</a:t>
            </a:r>
            <a:endParaRPr sz="12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8" name="Google Shape;2191;p78"/>
          <p:cNvSpPr/>
          <p:nvPr/>
        </p:nvSpPr>
        <p:spPr>
          <a:xfrm>
            <a:off x="7823132" y="3555829"/>
            <a:ext cx="1617442" cy="30633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2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关键事件</a:t>
            </a:r>
            <a:endParaRPr sz="12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9" name="Google Shape;2192;p78"/>
          <p:cNvSpPr/>
          <p:nvPr/>
        </p:nvSpPr>
        <p:spPr>
          <a:xfrm>
            <a:off x="2120799" y="1403763"/>
            <a:ext cx="991060" cy="57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195" b="1" kern="0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准入考核</a:t>
            </a:r>
            <a:endParaRPr sz="1195" b="1" kern="0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195" b="1" kern="0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样品评审</a:t>
            </a:r>
            <a:endParaRPr sz="1195" b="1" kern="0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195" b="1" kern="0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采购寻源</a:t>
            </a:r>
            <a:endParaRPr sz="1195" b="1" kern="0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0" name="Google Shape;2193;p78"/>
          <p:cNvSpPr/>
          <p:nvPr/>
        </p:nvSpPr>
        <p:spPr>
          <a:xfrm>
            <a:off x="4108164" y="1731137"/>
            <a:ext cx="991061" cy="268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75" tIns="11675" rIns="11675" bIns="11675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595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采购商</a:t>
            </a:r>
            <a:endParaRPr sz="1595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1" name="Google Shape;2194;p78"/>
          <p:cNvSpPr/>
          <p:nvPr/>
        </p:nvSpPr>
        <p:spPr>
          <a:xfrm>
            <a:off x="7619269" y="1525077"/>
            <a:ext cx="884707" cy="1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195" b="1" kern="0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供应商送货</a:t>
            </a:r>
            <a:endParaRPr sz="1195" b="1" kern="0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2" name="Google Shape;2195;p78"/>
          <p:cNvSpPr/>
          <p:nvPr/>
        </p:nvSpPr>
        <p:spPr>
          <a:xfrm>
            <a:off x="5034016" y="1550442"/>
            <a:ext cx="991061" cy="2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195" b="1" kern="0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采购订单</a:t>
            </a:r>
            <a:endParaRPr sz="1195" b="1" kern="0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3" name="Google Shape;2200;p78"/>
          <p:cNvSpPr/>
          <p:nvPr/>
        </p:nvSpPr>
        <p:spPr>
          <a:xfrm>
            <a:off x="3846232" y="4518350"/>
            <a:ext cx="1868550" cy="1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195" kern="0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可选供应商（二级）</a:t>
            </a:r>
            <a:endParaRPr sz="1195" kern="0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4" name="Google Shape;2201;p78"/>
          <p:cNvSpPr/>
          <p:nvPr/>
        </p:nvSpPr>
        <p:spPr>
          <a:xfrm>
            <a:off x="3846232" y="4739656"/>
            <a:ext cx="1660650" cy="1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195" kern="0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限选供应商（三级）</a:t>
            </a:r>
            <a:endParaRPr sz="1195" kern="0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5" name="Google Shape;2202;p78"/>
          <p:cNvSpPr/>
          <p:nvPr/>
        </p:nvSpPr>
        <p:spPr>
          <a:xfrm>
            <a:off x="5537685" y="5118887"/>
            <a:ext cx="1180808" cy="2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195" b="1" kern="0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综合绩效排名</a:t>
            </a:r>
            <a:endParaRPr sz="1195" b="1" kern="0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6" name="Google Shape;2203;p78"/>
          <p:cNvSpPr/>
          <p:nvPr/>
        </p:nvSpPr>
        <p:spPr>
          <a:xfrm>
            <a:off x="10494163" y="1550442"/>
            <a:ext cx="876116" cy="2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195" b="1" kern="0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品质检验</a:t>
            </a:r>
            <a:endParaRPr sz="1195" b="1" kern="0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7" name="Google Shape;2204;p78"/>
          <p:cNvSpPr/>
          <p:nvPr/>
        </p:nvSpPr>
        <p:spPr>
          <a:xfrm>
            <a:off x="1256666" y="1711460"/>
            <a:ext cx="827449" cy="26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595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</a:t>
            </a:r>
            <a:endParaRPr sz="1595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" name="Google Shape;2205;p78"/>
          <p:cNvSpPr/>
          <p:nvPr/>
        </p:nvSpPr>
        <p:spPr>
          <a:xfrm>
            <a:off x="3846232" y="4956623"/>
            <a:ext cx="1783626" cy="1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195" kern="0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禁选供应商（四级）</a:t>
            </a:r>
            <a:endParaRPr sz="1195" kern="0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09" name="Google Shape;2206;p78"/>
          <p:cNvCxnSpPr/>
          <p:nvPr/>
        </p:nvCxnSpPr>
        <p:spPr>
          <a:xfrm rot="10800000" flipH="1">
            <a:off x="2931784" y="3557382"/>
            <a:ext cx="1" cy="421452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none" w="sm" len="sm"/>
          </a:ln>
        </p:spPr>
      </p:cxnSp>
      <p:sp>
        <p:nvSpPr>
          <p:cNvPr id="110" name="Google Shape;2207;p78"/>
          <p:cNvSpPr/>
          <p:nvPr/>
        </p:nvSpPr>
        <p:spPr>
          <a:xfrm>
            <a:off x="7750942" y="2448352"/>
            <a:ext cx="1340045" cy="26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595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质量指标</a:t>
            </a:r>
            <a:endParaRPr sz="1595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1" name="Google Shape;2208;p78"/>
          <p:cNvSpPr/>
          <p:nvPr/>
        </p:nvSpPr>
        <p:spPr>
          <a:xfrm>
            <a:off x="8892930" y="2435819"/>
            <a:ext cx="515682" cy="26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US" altLang="zh-CN" sz="1595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--%</a:t>
            </a:r>
            <a:endParaRPr sz="1595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12" name="Google Shape;2209;p7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375830" y="1285274"/>
            <a:ext cx="456759" cy="4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2210;p78"/>
          <p:cNvSpPr/>
          <p:nvPr/>
        </p:nvSpPr>
        <p:spPr>
          <a:xfrm>
            <a:off x="5791122" y="4459411"/>
            <a:ext cx="673935" cy="612668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3476DB"/>
              </a:gs>
              <a:gs pos="35000">
                <a:srgbClr val="3480DB"/>
              </a:gs>
              <a:gs pos="100000">
                <a:srgbClr val="3887DC"/>
              </a:gs>
            </a:gsLst>
            <a:lin ang="16200000" scaled="0"/>
          </a:gra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endParaRPr sz="269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4" name="Google Shape;2211;p78"/>
          <p:cNvSpPr/>
          <p:nvPr/>
        </p:nvSpPr>
        <p:spPr>
          <a:xfrm>
            <a:off x="3100914" y="4412238"/>
            <a:ext cx="673935" cy="612668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5F327B">
                  <a:alpha val="89803"/>
                </a:srgbClr>
              </a:gs>
              <a:gs pos="100000">
                <a:srgbClr val="885CB1">
                  <a:alpha val="89803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11200" tIns="11200" rIns="11200" bIns="11200" anchor="ctr" anchorCtr="0">
            <a:noAutofit/>
          </a:bodyPr>
          <a:lstStyle/>
          <a:p>
            <a:pPr defTabSz="914400">
              <a:lnSpc>
                <a:spcPct val="150000"/>
              </a:lnSpc>
              <a:buClr>
                <a:srgbClr val="000000"/>
              </a:buClr>
              <a:buFont typeface="Arial" panose="020B0604020202020204"/>
              <a:buNone/>
              <a:defRPr/>
            </a:pPr>
            <a:endParaRPr sz="1395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15" name="Google Shape;2212;p7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937284" y="4538154"/>
            <a:ext cx="381613" cy="390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2213;p78"/>
          <p:cNvSpPr/>
          <p:nvPr/>
        </p:nvSpPr>
        <p:spPr>
          <a:xfrm>
            <a:off x="6046472" y="4538154"/>
            <a:ext cx="133465" cy="23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US" altLang="zh-CN" sz="1395" b="1" kern="0" dirty="0">
                <a:solidFill>
                  <a:srgbClr val="3785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sz="1395" b="1" kern="0" dirty="0">
              <a:solidFill>
                <a:srgbClr val="3785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17" name="Google Shape;2214;p7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56857" y="1346540"/>
            <a:ext cx="434837" cy="34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2215;p7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220463" y="4545850"/>
            <a:ext cx="434837" cy="3454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2216;p78"/>
          <p:cNvSpPr/>
          <p:nvPr/>
        </p:nvSpPr>
        <p:spPr>
          <a:xfrm>
            <a:off x="6630865" y="1196575"/>
            <a:ext cx="997802" cy="907091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3476DB"/>
              </a:gs>
              <a:gs pos="35000">
                <a:srgbClr val="3480DB"/>
              </a:gs>
              <a:gs pos="100000">
                <a:srgbClr val="3887DC"/>
              </a:gs>
            </a:gsLst>
            <a:lin ang="16200000" scaled="0"/>
          </a:gra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endParaRPr sz="269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0" name="Google Shape;2217;p78"/>
          <p:cNvSpPr/>
          <p:nvPr/>
        </p:nvSpPr>
        <p:spPr>
          <a:xfrm>
            <a:off x="6712672" y="1711460"/>
            <a:ext cx="827449" cy="26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595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</a:t>
            </a:r>
            <a:endParaRPr sz="1595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21" name="Google Shape;2218;p7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915719" y="1346540"/>
            <a:ext cx="434837" cy="34591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2219;p78"/>
          <p:cNvSpPr/>
          <p:nvPr/>
        </p:nvSpPr>
        <p:spPr>
          <a:xfrm>
            <a:off x="9476671" y="1196574"/>
            <a:ext cx="997424" cy="906749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E56A00"/>
              </a:gs>
              <a:gs pos="34785">
                <a:srgbClr val="E86A00"/>
              </a:gs>
              <a:gs pos="100000">
                <a:srgbClr val="FC7D0D"/>
              </a:gs>
            </a:gsLst>
            <a:lin ang="16200000" scaled="0"/>
          </a:gra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endParaRPr sz="269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3" name="Google Shape;2220;p78"/>
          <p:cNvSpPr/>
          <p:nvPr/>
        </p:nvSpPr>
        <p:spPr>
          <a:xfrm>
            <a:off x="9486668" y="1731137"/>
            <a:ext cx="991061" cy="268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75" tIns="11675" rIns="11675" bIns="11675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595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采购商</a:t>
            </a:r>
            <a:endParaRPr sz="1595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24" name="Google Shape;2221;p7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753819" y="1285274"/>
            <a:ext cx="456759" cy="4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2222;p78"/>
          <p:cNvSpPr/>
          <p:nvPr/>
        </p:nvSpPr>
        <p:spPr>
          <a:xfrm>
            <a:off x="2109817" y="2410038"/>
            <a:ext cx="1657410" cy="1859247"/>
          </a:xfrm>
          <a:prstGeom prst="roundRect">
            <a:avLst>
              <a:gd name="adj" fmla="val 6099"/>
            </a:avLst>
          </a:prstGeom>
          <a:solidFill>
            <a:srgbClr val="434579"/>
          </a:soli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endParaRPr sz="269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6" name="Google Shape;2223;p78"/>
          <p:cNvSpPr/>
          <p:nvPr/>
        </p:nvSpPr>
        <p:spPr>
          <a:xfrm>
            <a:off x="2263178" y="2808675"/>
            <a:ext cx="1347867" cy="30633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zh-CN" altLang="en-US" sz="12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价格竞争性</a:t>
            </a:r>
            <a:endParaRPr lang="zh-CN" altLang="en-US" sz="12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7" name="Google Shape;2224;p78"/>
          <p:cNvSpPr/>
          <p:nvPr/>
        </p:nvSpPr>
        <p:spPr>
          <a:xfrm>
            <a:off x="2263178" y="3178104"/>
            <a:ext cx="1347867" cy="30633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zh-CN" altLang="en-US" sz="12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持续降价能力</a:t>
            </a:r>
            <a:endParaRPr lang="zh-CN" altLang="en-US" sz="12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8" name="Google Shape;2225;p78"/>
          <p:cNvSpPr/>
          <p:nvPr/>
        </p:nvSpPr>
        <p:spPr>
          <a:xfrm>
            <a:off x="2263178" y="3559408"/>
            <a:ext cx="1347867" cy="30633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-US" altLang="zh-CN" sz="12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TCO</a:t>
            </a:r>
            <a:r>
              <a:rPr lang="zh-CN" altLang="en-US" sz="12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贡献能力</a:t>
            </a:r>
            <a:endParaRPr lang="zh-CN" altLang="en-US" sz="12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endParaRPr sz="12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9" name="Google Shape;2229;p78"/>
          <p:cNvSpPr/>
          <p:nvPr/>
        </p:nvSpPr>
        <p:spPr>
          <a:xfrm>
            <a:off x="2277163" y="2485076"/>
            <a:ext cx="876520" cy="26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595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成本指标</a:t>
            </a:r>
            <a:endParaRPr sz="1595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0" name="Google Shape;2230;p78"/>
          <p:cNvSpPr/>
          <p:nvPr/>
        </p:nvSpPr>
        <p:spPr>
          <a:xfrm>
            <a:off x="3134338" y="2485076"/>
            <a:ext cx="515682" cy="26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US" altLang="zh-CN" sz="1595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--%</a:t>
            </a:r>
            <a:endParaRPr sz="1595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1" name="Google Shape;2231;p78"/>
          <p:cNvSpPr/>
          <p:nvPr/>
        </p:nvSpPr>
        <p:spPr>
          <a:xfrm>
            <a:off x="8318323" y="4455407"/>
            <a:ext cx="1657411" cy="610783"/>
          </a:xfrm>
          <a:prstGeom prst="roundRect">
            <a:avLst>
              <a:gd name="adj" fmla="val 15046"/>
            </a:avLst>
          </a:prstGeom>
          <a:solidFill>
            <a:srgbClr val="434579"/>
          </a:soli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endParaRPr sz="269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2" name="Google Shape;2232;p78"/>
          <p:cNvSpPr/>
          <p:nvPr/>
        </p:nvSpPr>
        <p:spPr>
          <a:xfrm>
            <a:off x="8680940" y="4615421"/>
            <a:ext cx="932175" cy="26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595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综合绩效</a:t>
            </a:r>
            <a:endParaRPr sz="1595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3" name="Google Shape;2233;p78"/>
          <p:cNvSpPr/>
          <p:nvPr/>
        </p:nvSpPr>
        <p:spPr>
          <a:xfrm>
            <a:off x="4906492" y="2410036"/>
            <a:ext cx="1657411" cy="1888265"/>
          </a:xfrm>
          <a:prstGeom prst="roundRect">
            <a:avLst>
              <a:gd name="adj" fmla="val 6099"/>
            </a:avLst>
          </a:prstGeom>
          <a:solidFill>
            <a:srgbClr val="434579"/>
          </a:soli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endParaRPr sz="269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4" name="Google Shape;2234;p78"/>
          <p:cNvSpPr/>
          <p:nvPr/>
        </p:nvSpPr>
        <p:spPr>
          <a:xfrm>
            <a:off x="5069869" y="2800410"/>
            <a:ext cx="1347868" cy="30633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zh-CN" altLang="en-US" sz="1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及时到货率</a:t>
            </a:r>
            <a:endParaRPr lang="zh-CN" altLang="en-US" sz="1200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5" name="Google Shape;2235;p78"/>
          <p:cNvSpPr/>
          <p:nvPr/>
        </p:nvSpPr>
        <p:spPr>
          <a:xfrm>
            <a:off x="5069869" y="3181127"/>
            <a:ext cx="1347868" cy="30633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zh-CN" altLang="en-US" sz="1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需求满足率</a:t>
            </a:r>
            <a:endParaRPr lang="zh-CN" altLang="en-US" sz="1200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6" name="Google Shape;2238;p78"/>
          <p:cNvSpPr/>
          <p:nvPr/>
        </p:nvSpPr>
        <p:spPr>
          <a:xfrm>
            <a:off x="5072877" y="2461326"/>
            <a:ext cx="889763" cy="26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595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交付指标</a:t>
            </a:r>
            <a:endParaRPr sz="1595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7" name="Google Shape;2239;p78"/>
          <p:cNvSpPr/>
          <p:nvPr/>
        </p:nvSpPr>
        <p:spPr>
          <a:xfrm>
            <a:off x="5905623" y="2473201"/>
            <a:ext cx="586248" cy="26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US" altLang="zh-CN" sz="1595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--%</a:t>
            </a:r>
            <a:endParaRPr sz="1595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38" name="Google Shape;2240;p78"/>
          <p:cNvCxnSpPr/>
          <p:nvPr/>
        </p:nvCxnSpPr>
        <p:spPr>
          <a:xfrm flipH="1" flipV="1">
            <a:off x="10433715" y="3319513"/>
            <a:ext cx="28510" cy="1491182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none" w="sm" len="sm"/>
          </a:ln>
        </p:spPr>
      </p:cxnSp>
      <p:sp>
        <p:nvSpPr>
          <p:cNvPr id="139" name="Google Shape;2241;p78"/>
          <p:cNvSpPr/>
          <p:nvPr/>
        </p:nvSpPr>
        <p:spPr>
          <a:xfrm>
            <a:off x="52798" y="3473243"/>
            <a:ext cx="847431" cy="27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400" b="1" kern="0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数据驱动</a:t>
            </a:r>
            <a:endParaRPr sz="1400" b="1" kern="0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0" name="Google Shape;2242;p78"/>
          <p:cNvSpPr/>
          <p:nvPr/>
        </p:nvSpPr>
        <p:spPr>
          <a:xfrm>
            <a:off x="121803" y="2874009"/>
            <a:ext cx="673935" cy="612668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19BC89"/>
              </a:gs>
              <a:gs pos="35000">
                <a:srgbClr val="19BC9C"/>
              </a:gs>
              <a:gs pos="100000">
                <a:srgbClr val="38C7A0"/>
              </a:gs>
            </a:gsLst>
            <a:lin ang="16200000" scaled="0"/>
          </a:gradFill>
          <a:ln>
            <a:noFill/>
          </a:ln>
        </p:spPr>
        <p:txBody>
          <a:bodyPr spcFirstLastPara="1" wrap="square" lIns="11225" tIns="11225" rIns="11225" bIns="11225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endParaRPr sz="2190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41" name="Google Shape;2243;p7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59987" y="3005758"/>
            <a:ext cx="377346" cy="3430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2244;p78"/>
          <p:cNvCxnSpPr/>
          <p:nvPr/>
        </p:nvCxnSpPr>
        <p:spPr>
          <a:xfrm>
            <a:off x="2172110" y="1735721"/>
            <a:ext cx="1867151" cy="1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stealth" w="med" len="med"/>
          </a:ln>
        </p:spPr>
      </p:cxnSp>
      <p:cxnSp>
        <p:nvCxnSpPr>
          <p:cNvPr id="143" name="Google Shape;2245;p78"/>
          <p:cNvCxnSpPr/>
          <p:nvPr/>
        </p:nvCxnSpPr>
        <p:spPr>
          <a:xfrm>
            <a:off x="5097334" y="1735721"/>
            <a:ext cx="1507610" cy="1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stealth" w="med" len="med"/>
          </a:ln>
        </p:spPr>
      </p:cxnSp>
      <p:cxnSp>
        <p:nvCxnSpPr>
          <p:cNvPr id="144" name="Google Shape;2246;p78"/>
          <p:cNvCxnSpPr/>
          <p:nvPr/>
        </p:nvCxnSpPr>
        <p:spPr>
          <a:xfrm>
            <a:off x="7635103" y="1735721"/>
            <a:ext cx="1746585" cy="1"/>
          </a:xfrm>
          <a:prstGeom prst="straightConnector1">
            <a:avLst/>
          </a:prstGeom>
          <a:noFill/>
          <a:ln w="12700" cap="flat" cmpd="sng">
            <a:solidFill>
              <a:srgbClr val="4C4C4C"/>
            </a:solidFill>
            <a:prstDash val="dot"/>
            <a:miter lim="400000"/>
            <a:headEnd type="none" w="sm" len="sm"/>
            <a:tailEnd type="stealth" w="med" len="med"/>
          </a:ln>
        </p:spPr>
      </p:cxnSp>
      <p:sp>
        <p:nvSpPr>
          <p:cNvPr id="145" name="Google Shape;2247;p78"/>
          <p:cNvSpPr/>
          <p:nvPr/>
        </p:nvSpPr>
        <p:spPr>
          <a:xfrm>
            <a:off x="1000703" y="5118887"/>
            <a:ext cx="932174" cy="2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195" b="1" kern="0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供应商整改</a:t>
            </a:r>
            <a:endParaRPr sz="1195" b="1" kern="0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6" name="Google Shape;2248;p78"/>
          <p:cNvSpPr/>
          <p:nvPr/>
        </p:nvSpPr>
        <p:spPr>
          <a:xfrm>
            <a:off x="1207557" y="4445603"/>
            <a:ext cx="635026" cy="631343"/>
          </a:xfrm>
          <a:custGeom>
            <a:avLst/>
            <a:gdLst/>
            <a:ahLst/>
            <a:cxnLst/>
            <a:rect l="l" t="t" r="r" b="b"/>
            <a:pathLst>
              <a:path w="581" h="609" extrusionOk="0">
                <a:moveTo>
                  <a:pt x="566" y="523"/>
                </a:moveTo>
                <a:lnTo>
                  <a:pt x="566" y="523"/>
                </a:lnTo>
                <a:cubicBezTo>
                  <a:pt x="495" y="594"/>
                  <a:pt x="495" y="594"/>
                  <a:pt x="495" y="594"/>
                </a:cubicBezTo>
                <a:cubicBezTo>
                  <a:pt x="488" y="601"/>
                  <a:pt x="481" y="608"/>
                  <a:pt x="474" y="608"/>
                </a:cubicBezTo>
                <a:cubicBezTo>
                  <a:pt x="467" y="608"/>
                  <a:pt x="460" y="601"/>
                  <a:pt x="453" y="594"/>
                </a:cubicBezTo>
                <a:cubicBezTo>
                  <a:pt x="417" y="558"/>
                  <a:pt x="417" y="558"/>
                  <a:pt x="417" y="558"/>
                </a:cubicBezTo>
                <a:cubicBezTo>
                  <a:pt x="410" y="551"/>
                  <a:pt x="410" y="544"/>
                  <a:pt x="410" y="537"/>
                </a:cubicBezTo>
                <a:cubicBezTo>
                  <a:pt x="410" y="523"/>
                  <a:pt x="417" y="509"/>
                  <a:pt x="439" y="509"/>
                </a:cubicBezTo>
                <a:cubicBezTo>
                  <a:pt x="446" y="509"/>
                  <a:pt x="453" y="516"/>
                  <a:pt x="453" y="523"/>
                </a:cubicBezTo>
                <a:cubicBezTo>
                  <a:pt x="474" y="537"/>
                  <a:pt x="474" y="537"/>
                  <a:pt x="474" y="537"/>
                </a:cubicBezTo>
                <a:cubicBezTo>
                  <a:pt x="530" y="481"/>
                  <a:pt x="530" y="481"/>
                  <a:pt x="530" y="481"/>
                </a:cubicBezTo>
                <a:cubicBezTo>
                  <a:pt x="537" y="474"/>
                  <a:pt x="545" y="474"/>
                  <a:pt x="552" y="474"/>
                </a:cubicBezTo>
                <a:cubicBezTo>
                  <a:pt x="566" y="474"/>
                  <a:pt x="580" y="488"/>
                  <a:pt x="580" y="502"/>
                </a:cubicBezTo>
                <a:cubicBezTo>
                  <a:pt x="580" y="509"/>
                  <a:pt x="573" y="516"/>
                  <a:pt x="566" y="523"/>
                </a:cubicBezTo>
                <a:close/>
                <a:moveTo>
                  <a:pt x="474" y="495"/>
                </a:moveTo>
                <a:lnTo>
                  <a:pt x="474" y="495"/>
                </a:lnTo>
                <a:cubicBezTo>
                  <a:pt x="467" y="488"/>
                  <a:pt x="453" y="481"/>
                  <a:pt x="439" y="481"/>
                </a:cubicBezTo>
                <a:cubicBezTo>
                  <a:pt x="403" y="481"/>
                  <a:pt x="382" y="509"/>
                  <a:pt x="382" y="537"/>
                </a:cubicBezTo>
                <a:cubicBezTo>
                  <a:pt x="382" y="558"/>
                  <a:pt x="389" y="573"/>
                  <a:pt x="396" y="580"/>
                </a:cubicBezTo>
                <a:cubicBezTo>
                  <a:pt x="424" y="608"/>
                  <a:pt x="424" y="608"/>
                  <a:pt x="424" y="608"/>
                </a:cubicBezTo>
                <a:cubicBezTo>
                  <a:pt x="29" y="608"/>
                  <a:pt x="29" y="608"/>
                  <a:pt x="29" y="608"/>
                </a:cubicBezTo>
                <a:cubicBezTo>
                  <a:pt x="15" y="608"/>
                  <a:pt x="0" y="594"/>
                  <a:pt x="0" y="580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71"/>
                  <a:pt x="15" y="56"/>
                  <a:pt x="29" y="56"/>
                </a:cubicBezTo>
                <a:cubicBezTo>
                  <a:pt x="78" y="56"/>
                  <a:pt x="78" y="56"/>
                  <a:pt x="78" y="56"/>
                </a:cubicBezTo>
                <a:cubicBezTo>
                  <a:pt x="78" y="85"/>
                  <a:pt x="78" y="85"/>
                  <a:pt x="78" y="85"/>
                </a:cubicBezTo>
                <a:cubicBezTo>
                  <a:pt x="78" y="120"/>
                  <a:pt x="106" y="141"/>
                  <a:pt x="135" y="141"/>
                </a:cubicBezTo>
                <a:cubicBezTo>
                  <a:pt x="163" y="141"/>
                  <a:pt x="191" y="120"/>
                  <a:pt x="191" y="85"/>
                </a:cubicBezTo>
                <a:cubicBezTo>
                  <a:pt x="191" y="56"/>
                  <a:pt x="191" y="56"/>
                  <a:pt x="191" y="56"/>
                </a:cubicBezTo>
                <a:cubicBezTo>
                  <a:pt x="219" y="56"/>
                  <a:pt x="219" y="56"/>
                  <a:pt x="219" y="56"/>
                </a:cubicBezTo>
                <a:cubicBezTo>
                  <a:pt x="219" y="85"/>
                  <a:pt x="219" y="85"/>
                  <a:pt x="219" y="85"/>
                </a:cubicBezTo>
                <a:cubicBezTo>
                  <a:pt x="219" y="120"/>
                  <a:pt x="248" y="141"/>
                  <a:pt x="276" y="141"/>
                </a:cubicBezTo>
                <a:cubicBezTo>
                  <a:pt x="304" y="141"/>
                  <a:pt x="333" y="120"/>
                  <a:pt x="333" y="85"/>
                </a:cubicBezTo>
                <a:cubicBezTo>
                  <a:pt x="333" y="56"/>
                  <a:pt x="333" y="56"/>
                  <a:pt x="333" y="56"/>
                </a:cubicBezTo>
                <a:cubicBezTo>
                  <a:pt x="361" y="56"/>
                  <a:pt x="361" y="56"/>
                  <a:pt x="361" y="56"/>
                </a:cubicBezTo>
                <a:cubicBezTo>
                  <a:pt x="361" y="85"/>
                  <a:pt x="361" y="85"/>
                  <a:pt x="361" y="85"/>
                </a:cubicBezTo>
                <a:cubicBezTo>
                  <a:pt x="361" y="120"/>
                  <a:pt x="389" y="141"/>
                  <a:pt x="417" y="141"/>
                </a:cubicBezTo>
                <a:cubicBezTo>
                  <a:pt x="446" y="141"/>
                  <a:pt x="474" y="120"/>
                  <a:pt x="474" y="85"/>
                </a:cubicBezTo>
                <a:cubicBezTo>
                  <a:pt x="474" y="56"/>
                  <a:pt x="474" y="56"/>
                  <a:pt x="474" y="56"/>
                </a:cubicBezTo>
                <a:cubicBezTo>
                  <a:pt x="523" y="56"/>
                  <a:pt x="523" y="56"/>
                  <a:pt x="523" y="56"/>
                </a:cubicBezTo>
                <a:cubicBezTo>
                  <a:pt x="537" y="56"/>
                  <a:pt x="552" y="71"/>
                  <a:pt x="552" y="85"/>
                </a:cubicBezTo>
                <a:cubicBezTo>
                  <a:pt x="552" y="445"/>
                  <a:pt x="552" y="445"/>
                  <a:pt x="552" y="445"/>
                </a:cubicBezTo>
                <a:cubicBezTo>
                  <a:pt x="530" y="445"/>
                  <a:pt x="516" y="452"/>
                  <a:pt x="509" y="460"/>
                </a:cubicBezTo>
                <a:lnTo>
                  <a:pt x="474" y="495"/>
                </a:lnTo>
                <a:close/>
                <a:moveTo>
                  <a:pt x="78" y="488"/>
                </a:moveTo>
                <a:lnTo>
                  <a:pt x="78" y="488"/>
                </a:lnTo>
                <a:cubicBezTo>
                  <a:pt x="78" y="502"/>
                  <a:pt x="85" y="509"/>
                  <a:pt x="99" y="509"/>
                </a:cubicBezTo>
                <a:cubicBezTo>
                  <a:pt x="283" y="509"/>
                  <a:pt x="283" y="509"/>
                  <a:pt x="283" y="509"/>
                </a:cubicBezTo>
                <a:cubicBezTo>
                  <a:pt x="297" y="509"/>
                  <a:pt x="304" y="502"/>
                  <a:pt x="304" y="488"/>
                </a:cubicBezTo>
                <a:cubicBezTo>
                  <a:pt x="304" y="474"/>
                  <a:pt x="297" y="467"/>
                  <a:pt x="283" y="467"/>
                </a:cubicBezTo>
                <a:cubicBezTo>
                  <a:pt x="99" y="467"/>
                  <a:pt x="99" y="467"/>
                  <a:pt x="99" y="467"/>
                </a:cubicBezTo>
                <a:cubicBezTo>
                  <a:pt x="85" y="467"/>
                  <a:pt x="78" y="474"/>
                  <a:pt x="78" y="488"/>
                </a:cubicBezTo>
                <a:close/>
                <a:moveTo>
                  <a:pt x="446" y="219"/>
                </a:moveTo>
                <a:lnTo>
                  <a:pt x="446" y="219"/>
                </a:lnTo>
                <a:cubicBezTo>
                  <a:pt x="106" y="219"/>
                  <a:pt x="106" y="219"/>
                  <a:pt x="106" y="219"/>
                </a:cubicBezTo>
                <a:cubicBezTo>
                  <a:pt x="92" y="219"/>
                  <a:pt x="78" y="233"/>
                  <a:pt x="78" y="247"/>
                </a:cubicBezTo>
                <a:cubicBezTo>
                  <a:pt x="78" y="262"/>
                  <a:pt x="92" y="276"/>
                  <a:pt x="106" y="276"/>
                </a:cubicBezTo>
                <a:cubicBezTo>
                  <a:pt x="446" y="276"/>
                  <a:pt x="446" y="276"/>
                  <a:pt x="446" y="276"/>
                </a:cubicBezTo>
                <a:cubicBezTo>
                  <a:pt x="460" y="276"/>
                  <a:pt x="474" y="262"/>
                  <a:pt x="474" y="247"/>
                </a:cubicBezTo>
                <a:cubicBezTo>
                  <a:pt x="474" y="233"/>
                  <a:pt x="460" y="219"/>
                  <a:pt x="446" y="219"/>
                </a:cubicBezTo>
                <a:close/>
                <a:moveTo>
                  <a:pt x="446" y="339"/>
                </a:moveTo>
                <a:lnTo>
                  <a:pt x="446" y="339"/>
                </a:lnTo>
                <a:cubicBezTo>
                  <a:pt x="276" y="339"/>
                  <a:pt x="276" y="339"/>
                  <a:pt x="276" y="339"/>
                </a:cubicBezTo>
                <a:cubicBezTo>
                  <a:pt x="226" y="339"/>
                  <a:pt x="226" y="339"/>
                  <a:pt x="226" y="339"/>
                </a:cubicBezTo>
                <a:cubicBezTo>
                  <a:pt x="106" y="339"/>
                  <a:pt x="106" y="339"/>
                  <a:pt x="106" y="339"/>
                </a:cubicBezTo>
                <a:cubicBezTo>
                  <a:pt x="92" y="339"/>
                  <a:pt x="78" y="353"/>
                  <a:pt x="78" y="367"/>
                </a:cubicBezTo>
                <a:cubicBezTo>
                  <a:pt x="78" y="389"/>
                  <a:pt x="92" y="396"/>
                  <a:pt x="106" y="396"/>
                </a:cubicBezTo>
                <a:cubicBezTo>
                  <a:pt x="226" y="396"/>
                  <a:pt x="226" y="396"/>
                  <a:pt x="226" y="396"/>
                </a:cubicBezTo>
                <a:cubicBezTo>
                  <a:pt x="276" y="396"/>
                  <a:pt x="276" y="396"/>
                  <a:pt x="276" y="396"/>
                </a:cubicBezTo>
                <a:cubicBezTo>
                  <a:pt x="446" y="396"/>
                  <a:pt x="446" y="396"/>
                  <a:pt x="446" y="396"/>
                </a:cubicBezTo>
                <a:cubicBezTo>
                  <a:pt x="460" y="396"/>
                  <a:pt x="474" y="389"/>
                  <a:pt x="474" y="367"/>
                </a:cubicBezTo>
                <a:cubicBezTo>
                  <a:pt x="474" y="353"/>
                  <a:pt x="460" y="339"/>
                  <a:pt x="446" y="339"/>
                </a:cubicBezTo>
                <a:close/>
                <a:moveTo>
                  <a:pt x="417" y="113"/>
                </a:moveTo>
                <a:lnTo>
                  <a:pt x="417" y="113"/>
                </a:lnTo>
                <a:cubicBezTo>
                  <a:pt x="403" y="113"/>
                  <a:pt x="389" y="106"/>
                  <a:pt x="389" y="85"/>
                </a:cubicBezTo>
                <a:cubicBezTo>
                  <a:pt x="389" y="28"/>
                  <a:pt x="389" y="28"/>
                  <a:pt x="389" y="28"/>
                </a:cubicBezTo>
                <a:cubicBezTo>
                  <a:pt x="389" y="14"/>
                  <a:pt x="403" y="0"/>
                  <a:pt x="417" y="0"/>
                </a:cubicBezTo>
                <a:cubicBezTo>
                  <a:pt x="431" y="0"/>
                  <a:pt x="446" y="14"/>
                  <a:pt x="446" y="28"/>
                </a:cubicBezTo>
                <a:cubicBezTo>
                  <a:pt x="446" y="85"/>
                  <a:pt x="446" y="85"/>
                  <a:pt x="446" y="85"/>
                </a:cubicBezTo>
                <a:cubicBezTo>
                  <a:pt x="446" y="106"/>
                  <a:pt x="431" y="113"/>
                  <a:pt x="417" y="113"/>
                </a:cubicBezTo>
                <a:close/>
                <a:moveTo>
                  <a:pt x="276" y="113"/>
                </a:moveTo>
                <a:lnTo>
                  <a:pt x="276" y="113"/>
                </a:lnTo>
                <a:cubicBezTo>
                  <a:pt x="262" y="113"/>
                  <a:pt x="248" y="106"/>
                  <a:pt x="248" y="85"/>
                </a:cubicBezTo>
                <a:cubicBezTo>
                  <a:pt x="248" y="28"/>
                  <a:pt x="248" y="28"/>
                  <a:pt x="248" y="28"/>
                </a:cubicBezTo>
                <a:cubicBezTo>
                  <a:pt x="248" y="14"/>
                  <a:pt x="262" y="0"/>
                  <a:pt x="276" y="0"/>
                </a:cubicBezTo>
                <a:cubicBezTo>
                  <a:pt x="290" y="0"/>
                  <a:pt x="304" y="14"/>
                  <a:pt x="304" y="28"/>
                </a:cubicBezTo>
                <a:cubicBezTo>
                  <a:pt x="304" y="85"/>
                  <a:pt x="304" y="85"/>
                  <a:pt x="304" y="85"/>
                </a:cubicBezTo>
                <a:cubicBezTo>
                  <a:pt x="304" y="106"/>
                  <a:pt x="290" y="113"/>
                  <a:pt x="276" y="113"/>
                </a:cubicBezTo>
                <a:close/>
                <a:moveTo>
                  <a:pt x="135" y="113"/>
                </a:moveTo>
                <a:lnTo>
                  <a:pt x="135" y="113"/>
                </a:lnTo>
                <a:cubicBezTo>
                  <a:pt x="121" y="113"/>
                  <a:pt x="106" y="106"/>
                  <a:pt x="106" y="85"/>
                </a:cubicBezTo>
                <a:cubicBezTo>
                  <a:pt x="106" y="28"/>
                  <a:pt x="106" y="28"/>
                  <a:pt x="106" y="28"/>
                </a:cubicBezTo>
                <a:cubicBezTo>
                  <a:pt x="106" y="14"/>
                  <a:pt x="121" y="0"/>
                  <a:pt x="135" y="0"/>
                </a:cubicBezTo>
                <a:cubicBezTo>
                  <a:pt x="149" y="0"/>
                  <a:pt x="163" y="14"/>
                  <a:pt x="163" y="28"/>
                </a:cubicBezTo>
                <a:cubicBezTo>
                  <a:pt x="163" y="85"/>
                  <a:pt x="163" y="85"/>
                  <a:pt x="163" y="85"/>
                </a:cubicBezTo>
                <a:cubicBezTo>
                  <a:pt x="163" y="106"/>
                  <a:pt x="149" y="113"/>
                  <a:pt x="135" y="113"/>
                </a:cubicBezTo>
                <a:close/>
              </a:path>
            </a:pathLst>
          </a:custGeom>
          <a:gradFill>
            <a:gsLst>
              <a:gs pos="0">
                <a:srgbClr val="3476DB"/>
              </a:gs>
              <a:gs pos="35000">
                <a:srgbClr val="3480DB"/>
              </a:gs>
              <a:gs pos="100000">
                <a:srgbClr val="3887DC"/>
              </a:gs>
            </a:gsLst>
            <a:lin ang="16200000" scaled="0"/>
          </a:gra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endParaRPr sz="2190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7" name="Google Shape;2249;p78"/>
          <p:cNvSpPr txBox="1"/>
          <p:nvPr/>
        </p:nvSpPr>
        <p:spPr>
          <a:xfrm>
            <a:off x="2945310" y="5118887"/>
            <a:ext cx="1010333" cy="2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0" tIns="11300" rIns="11300" bIns="11300" anchor="t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195" b="1" kern="0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供应商定级</a:t>
            </a:r>
            <a:endParaRPr sz="1195" b="1" kern="0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8" name="Google Shape;2250;p78"/>
          <p:cNvSpPr txBox="1"/>
          <p:nvPr/>
        </p:nvSpPr>
        <p:spPr>
          <a:xfrm>
            <a:off x="541077" y="3779554"/>
            <a:ext cx="1736720" cy="669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50" tIns="12450" rIns="12450" bIns="1245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395" b="1" kern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优化供应商布局</a:t>
            </a:r>
            <a:endParaRPr sz="1395" b="1" kern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395" b="1" kern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优胜劣汰</a:t>
            </a:r>
            <a:endParaRPr sz="1395" b="1" kern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395" b="1" kern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促进供应商自我提升</a:t>
            </a:r>
            <a:endParaRPr sz="1395" b="1" kern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9" name="Google Shape;2252;p78"/>
          <p:cNvSpPr/>
          <p:nvPr/>
        </p:nvSpPr>
        <p:spPr>
          <a:xfrm>
            <a:off x="9776985" y="2783391"/>
            <a:ext cx="557406" cy="567457"/>
          </a:xfrm>
          <a:prstGeom prst="mathPlus">
            <a:avLst>
              <a:gd name="adj1" fmla="val 23520"/>
            </a:avLst>
          </a:prstGeom>
          <a:solidFill>
            <a:srgbClr val="002060"/>
          </a:soli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endParaRPr sz="1400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0" name="Google Shape;2253;p78"/>
          <p:cNvSpPr txBox="1"/>
          <p:nvPr/>
        </p:nvSpPr>
        <p:spPr>
          <a:xfrm>
            <a:off x="10334391" y="2713999"/>
            <a:ext cx="53091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US" altLang="zh-CN" sz="2800" b="1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…</a:t>
            </a:r>
            <a:endParaRPr sz="2800" b="1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51" name="Google Shape;2254;p78"/>
          <p:cNvCxnSpPr>
            <a:stCxn id="140" idx="0"/>
            <a:endCxn id="94" idx="1"/>
          </p:cNvCxnSpPr>
          <p:nvPr/>
        </p:nvCxnSpPr>
        <p:spPr>
          <a:xfrm rot="16200000">
            <a:off x="203321" y="1905459"/>
            <a:ext cx="1224000" cy="713100"/>
          </a:xfrm>
          <a:prstGeom prst="bentConnector2">
            <a:avLst/>
          </a:prstGeom>
          <a:noFill/>
          <a:ln w="9525" cap="flat" cmpd="sng">
            <a:solidFill>
              <a:srgbClr val="5597D3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2" name="Google Shape;2255;p78"/>
          <p:cNvCxnSpPr>
            <a:stCxn id="140" idx="2"/>
          </p:cNvCxnSpPr>
          <p:nvPr/>
        </p:nvCxnSpPr>
        <p:spPr>
          <a:xfrm rot="16200000" flipH="1">
            <a:off x="1163921" y="2781527"/>
            <a:ext cx="1231800" cy="2642100"/>
          </a:xfrm>
          <a:prstGeom prst="bentConnector2">
            <a:avLst/>
          </a:prstGeom>
          <a:noFill/>
          <a:ln w="9525" cap="flat" cmpd="sng">
            <a:solidFill>
              <a:srgbClr val="5597D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" name="Google Shape;2256;p78"/>
          <p:cNvSpPr/>
          <p:nvPr/>
        </p:nvSpPr>
        <p:spPr>
          <a:xfrm>
            <a:off x="190428" y="5428343"/>
            <a:ext cx="11648645" cy="82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66CB">
              <a:lumMod val="60000"/>
              <a:lumOff val="40000"/>
            </a:srgbClr>
          </a:soli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客观数据建模评定绩效  绩效结果系统化应用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4" name="Google Shape;2235;p78"/>
          <p:cNvSpPr/>
          <p:nvPr/>
        </p:nvSpPr>
        <p:spPr>
          <a:xfrm>
            <a:off x="5063643" y="3570495"/>
            <a:ext cx="1347868" cy="30633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2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承诺准确率</a:t>
            </a:r>
            <a:endParaRPr sz="1200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5" name="文本框 154"/>
          <p:cNvSpPr txBox="1"/>
          <p:nvPr/>
        </p:nvSpPr>
        <p:spPr>
          <a:xfrm rot="5400000">
            <a:off x="5562676" y="3725221"/>
            <a:ext cx="356439" cy="722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…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Google Shape;2199;p78"/>
          <p:cNvSpPr/>
          <p:nvPr/>
        </p:nvSpPr>
        <p:spPr>
          <a:xfrm>
            <a:off x="3848120" y="4282424"/>
            <a:ext cx="1466537" cy="1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914400"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zh-CN" altLang="en-US" sz="1195" kern="0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优选供应商（一级）</a:t>
            </a:r>
            <a:endParaRPr sz="1195" kern="0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7" name="Google Shape;2225;p78"/>
          <p:cNvSpPr/>
          <p:nvPr/>
        </p:nvSpPr>
        <p:spPr>
          <a:xfrm>
            <a:off x="2263176" y="3559408"/>
            <a:ext cx="1347867" cy="30633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1300" tIns="11300" rIns="11300" bIns="1130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-US" altLang="zh-CN" sz="12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TCO</a:t>
            </a:r>
            <a:r>
              <a:rPr lang="zh-CN" altLang="en-US" sz="12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贡献能力</a:t>
            </a:r>
            <a:endParaRPr lang="zh-CN" altLang="en-US" sz="12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8" name="文本框 157"/>
          <p:cNvSpPr txBox="1"/>
          <p:nvPr/>
        </p:nvSpPr>
        <p:spPr>
          <a:xfrm rot="5400000">
            <a:off x="2735822" y="3708630"/>
            <a:ext cx="356439" cy="722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…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文本框 158"/>
          <p:cNvSpPr txBox="1"/>
          <p:nvPr/>
        </p:nvSpPr>
        <p:spPr>
          <a:xfrm rot="5400000">
            <a:off x="8477047" y="3704124"/>
            <a:ext cx="356439" cy="722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…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10865306" y="2594116"/>
            <a:ext cx="1204891" cy="1431161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defTabSz="914400"/>
            <a:r>
              <a:rPr lang="zh-CN" altLang="en-US" sz="1800" b="1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响应</a:t>
            </a:r>
            <a:endParaRPr lang="en-US" altLang="zh-CN" sz="1800" b="1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/>
            <a:r>
              <a:rPr lang="zh-CN" altLang="en-US" sz="1800" b="1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技术</a:t>
            </a:r>
            <a:endParaRPr lang="en-US" altLang="zh-CN" sz="1800" b="1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/>
            <a:r>
              <a:rPr lang="zh-CN" altLang="en-US" sz="1800" b="1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环境</a:t>
            </a:r>
            <a:endParaRPr lang="en-US" altLang="zh-CN" sz="1800" b="1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/>
            <a:r>
              <a:rPr lang="zh-CN" altLang="en-US" sz="1800" b="1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社会责任</a:t>
            </a:r>
            <a:endParaRPr lang="en-US" altLang="zh-CN" sz="1800" b="1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/>
            <a:endParaRPr lang="zh-CN" altLang="en-US" sz="1800" b="1" dirty="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S04—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供应商绩效业务流程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1619552" y="1385005"/>
            <a:ext cx="1066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en-US" altLang="zh-CN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考核模板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5616252" y="1362862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绩效评估执行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16"/>
          <p:cNvSpPr txBox="1"/>
          <p:nvPr/>
        </p:nvSpPr>
        <p:spPr>
          <a:xfrm>
            <a:off x="9681345" y="136682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结果应用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圆角矩形 22"/>
          <p:cNvSpPr/>
          <p:nvPr/>
        </p:nvSpPr>
        <p:spPr>
          <a:xfrm>
            <a:off x="942488" y="2097360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指标库维护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22"/>
          <p:cNvSpPr/>
          <p:nvPr/>
        </p:nvSpPr>
        <p:spPr>
          <a:xfrm>
            <a:off x="7186985" y="2105222"/>
            <a:ext cx="1152128" cy="344317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绩效计算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圆角矩形 22"/>
          <p:cNvSpPr/>
          <p:nvPr/>
        </p:nvSpPr>
        <p:spPr>
          <a:xfrm>
            <a:off x="8631367" y="2097360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发布绩效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22"/>
          <p:cNvSpPr/>
          <p:nvPr/>
        </p:nvSpPr>
        <p:spPr>
          <a:xfrm>
            <a:off x="8573761" y="4219446"/>
            <a:ext cx="1267341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查看绩效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22"/>
          <p:cNvSpPr/>
          <p:nvPr/>
        </p:nvSpPr>
        <p:spPr>
          <a:xfrm>
            <a:off x="233353" y="1172552"/>
            <a:ext cx="514350" cy="4306014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txBody>
          <a:bodyPr vert="wordArtVertRtl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供应商绩效评估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圆角矩形 22"/>
          <p:cNvSpPr/>
          <p:nvPr/>
        </p:nvSpPr>
        <p:spPr>
          <a:xfrm>
            <a:off x="10495549" y="2097502"/>
            <a:ext cx="1152128" cy="359757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采购执行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27201" y="5635476"/>
            <a:ext cx="10254504" cy="1143079"/>
          </a:xfrm>
          <a:prstGeom prst="rect">
            <a:avLst/>
          </a:prstGeom>
          <a:noFill/>
          <a:ln w="9525" cap="flat" cmpd="sng" algn="ctr">
            <a:solidFill>
              <a:srgbClr val="0070C0">
                <a:lumMod val="40000"/>
                <a:lumOff val="60000"/>
              </a:srgbClr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219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1577090" y="5463916"/>
            <a:ext cx="8804614" cy="14379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 anchorCtr="0">
            <a:noAutofit/>
          </a:bodyPr>
          <a:lstStyle/>
          <a:p>
            <a:pPr marL="228600" indent="-228600" defTabSz="1219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方正兰亭准黑_GBK" charset="0"/>
              </a:rPr>
              <a:t>多维度对供应商进行综合考评，对供应商进行全面的把控，从而很好的对物料来源做到从源头上的管理。</a:t>
            </a:r>
            <a:endParaRPr lang="zh-CN" alt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方正兰亭准黑_GBK" charset="0"/>
            </a:endParaRPr>
          </a:p>
          <a:p>
            <a:pPr marL="228600" indent="-228600" defTabSz="1219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建立严谨的绩效评价体系，并对不合格供应商进行绩效改进，状态冻结、供应商淘汰等处理。</a:t>
            </a:r>
            <a:endParaRPr lang="zh-CN" alt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方正兰亭准黑_GBK" charset="0"/>
            </a:endParaRPr>
          </a:p>
          <a:p>
            <a:pPr marL="228600" indent="-228600" defTabSz="1219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方正兰亭准黑_GBK" charset="0"/>
              </a:rPr>
              <a:t>优化交付考核频率，扩展考核维度，每月发布考核结果，及时整改。</a:t>
            </a:r>
            <a:endParaRPr lang="zh-CN" alt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方正兰亭准黑_GBK" charset="0"/>
            </a:endParaRPr>
          </a:p>
          <a:p>
            <a:pPr marL="228600" indent="-228600" defTabSz="1219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方正兰亭准黑_GBK" charset="0"/>
              </a:rPr>
              <a:t>SRM平台自动提取数据评分，考核人员审核确认。</a:t>
            </a:r>
            <a:endParaRPr lang="zh-CN" alt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方正兰亭准黑_GBK" charset="0"/>
            </a:endParaRPr>
          </a:p>
        </p:txBody>
      </p:sp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172193" y="5685448"/>
            <a:ext cx="1404896" cy="1030464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 w="19050" algn="ctr">
            <a:noFill/>
            <a:miter lim="800000"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业务要点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22"/>
          <p:cNvSpPr txBox="1"/>
          <p:nvPr/>
        </p:nvSpPr>
        <p:spPr>
          <a:xfrm>
            <a:off x="906680" y="2798748"/>
            <a:ext cx="1212850" cy="526811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ysDash"/>
            <a:round/>
            <a:headEnd type="none" w="med" len="med"/>
            <a:tailEnd type="none" w="med" len="med"/>
          </a:ln>
        </p:spPr>
        <p:txBody>
          <a:bodyPr lIns="96000" anchor="t">
            <a:spAutoFit/>
          </a:bodyPr>
          <a:lstStyle/>
          <a:p>
            <a:pPr marL="171450" indent="-171450" defTabSz="9144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建立考核维度</a:t>
            </a:r>
            <a:endParaRPr lang="zh-CN" altLang="en-US" sz="1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defTabSz="9144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建立考核指标</a:t>
            </a:r>
            <a:endParaRPr lang="zh-CN" altLang="en-US" sz="1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22"/>
          <p:cNvSpPr/>
          <p:nvPr/>
        </p:nvSpPr>
        <p:spPr>
          <a:xfrm>
            <a:off x="2289401" y="2097360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考核模板维护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22"/>
          <p:cNvSpPr/>
          <p:nvPr/>
        </p:nvSpPr>
        <p:spPr>
          <a:xfrm>
            <a:off x="4254393" y="2098085"/>
            <a:ext cx="1152128" cy="358591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考核方案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22"/>
          <p:cNvSpPr/>
          <p:nvPr/>
        </p:nvSpPr>
        <p:spPr>
          <a:xfrm>
            <a:off x="10506232" y="2694235"/>
            <a:ext cx="1152128" cy="359757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冻结退出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22"/>
          <p:cNvSpPr/>
          <p:nvPr/>
        </p:nvSpPr>
        <p:spPr>
          <a:xfrm>
            <a:off x="10506232" y="3325559"/>
            <a:ext cx="1152128" cy="359757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配额变更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22"/>
          <p:cNvSpPr/>
          <p:nvPr/>
        </p:nvSpPr>
        <p:spPr>
          <a:xfrm>
            <a:off x="5724936" y="2108103"/>
            <a:ext cx="1152128" cy="338554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绩效数据录入获取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2"/>
          <p:cNvSpPr/>
          <p:nvPr/>
        </p:nvSpPr>
        <p:spPr>
          <a:xfrm>
            <a:off x="10525356" y="4219446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查看绩效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2" name="连接符: 肘形 21"/>
          <p:cNvCxnSpPr>
            <a:stCxn id="8" idx="3"/>
            <a:endCxn id="18" idx="1"/>
          </p:cNvCxnSpPr>
          <p:nvPr/>
        </p:nvCxnSpPr>
        <p:spPr>
          <a:xfrm>
            <a:off x="9783495" y="2277380"/>
            <a:ext cx="722737" cy="596734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连接符: 肘形 22"/>
          <p:cNvCxnSpPr>
            <a:stCxn id="8" idx="3"/>
            <a:endCxn id="19" idx="1"/>
          </p:cNvCxnSpPr>
          <p:nvPr/>
        </p:nvCxnSpPr>
        <p:spPr>
          <a:xfrm>
            <a:off x="9783495" y="2277380"/>
            <a:ext cx="722737" cy="122805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" name="文本框 23"/>
          <p:cNvSpPr txBox="1"/>
          <p:nvPr/>
        </p:nvSpPr>
        <p:spPr>
          <a:xfrm>
            <a:off x="2152711" y="2816147"/>
            <a:ext cx="1558925" cy="526811"/>
          </a:xfrm>
          <a:prstGeom prst="rect">
            <a:avLst/>
          </a:prstGeom>
          <a:noFill/>
          <a:ln>
            <a:solidFill>
              <a:srgbClr val="FFFFFF">
                <a:lumMod val="85000"/>
              </a:srgbClr>
            </a:solidFill>
            <a:prstDash val="sysDash"/>
          </a:ln>
        </p:spPr>
        <p:txBody>
          <a:bodyPr lIns="96000">
            <a:spAutoFit/>
          </a:bodyPr>
          <a:lstStyle>
            <a:defPPr>
              <a:defRPr lang="zh-CN"/>
            </a:defPPr>
            <a:lvl1pPr marL="171450" indent="-171450" defTabSz="12192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kumimoji="1" sz="1065" ker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171450" marR="0" lvl="0" indent="-171450" defTabSz="121920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0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设置考核维度（权重）</a:t>
            </a:r>
            <a:endParaRPr kumimoji="1" lang="zh-CN" altLang="en-US" sz="1000" b="0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方正兰亭准黑_GBK" charset="0"/>
              <a:sym typeface="+mn-ea"/>
            </a:endParaRPr>
          </a:p>
          <a:p>
            <a:pPr marL="171450" marR="0" lvl="0" indent="-171450" defTabSz="121920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0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设置考核指标（权重）</a:t>
            </a:r>
            <a:endParaRPr kumimoji="1" lang="zh-CN" altLang="en-US" sz="1000" b="0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方正兰亭准黑_GBK" charset="0"/>
              <a:sym typeface="+mn-ea"/>
            </a:endParaRPr>
          </a:p>
        </p:txBody>
      </p:sp>
      <p:sp>
        <p:nvSpPr>
          <p:cNvPr id="25" name="矩形 76"/>
          <p:cNvSpPr/>
          <p:nvPr/>
        </p:nvSpPr>
        <p:spPr>
          <a:xfrm>
            <a:off x="4268933" y="2571552"/>
            <a:ext cx="1130300" cy="1680973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ysDash"/>
            <a:round/>
            <a:headEnd type="none" w="med" len="med"/>
            <a:tailEnd type="none" w="med" len="med"/>
          </a:ln>
        </p:spPr>
        <p:txBody>
          <a:bodyPr lIns="96000" anchor="t">
            <a:spAutoFit/>
          </a:bodyPr>
          <a:lstStyle/>
          <a:p>
            <a:pPr marL="171450" indent="-171450" defTabSz="12192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质量维度</a:t>
            </a:r>
            <a:endParaRPr lang="zh-CN" altLang="en-US" sz="1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defTabSz="12192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交付</a:t>
            </a:r>
            <a:r>
              <a:rPr lang="zh-CN" altLang="en-US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维度</a:t>
            </a:r>
            <a:endParaRPr lang="en-US" altLang="zh-CN" sz="1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defTabSz="12192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响应维度</a:t>
            </a:r>
            <a:endParaRPr lang="en-US" altLang="zh-CN" sz="1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defTabSz="12192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成本维度</a:t>
            </a:r>
            <a:endParaRPr lang="en-US" altLang="zh-CN" sz="1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defTabSz="12192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环境维度</a:t>
            </a:r>
            <a:endParaRPr lang="en-US" altLang="zh-CN" sz="1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defTabSz="12192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技术维度</a:t>
            </a:r>
            <a:endParaRPr lang="en-US" altLang="zh-CN" sz="1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defTabSz="12192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社会责任维度</a:t>
            </a:r>
            <a:endParaRPr lang="zh-CN" altLang="en-US" sz="1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6"/>
          <p:cNvSpPr txBox="1"/>
          <p:nvPr/>
        </p:nvSpPr>
        <p:spPr>
          <a:xfrm>
            <a:off x="5732752" y="2558733"/>
            <a:ext cx="1076325" cy="784225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ysDash"/>
            <a:round/>
            <a:headEnd type="none" w="med" len="med"/>
            <a:tailEnd type="none" w="med" len="med"/>
          </a:ln>
        </p:spPr>
        <p:txBody>
          <a:bodyPr lIns="96000" anchor="t">
            <a:spAutoFit/>
          </a:bodyPr>
          <a:lstStyle/>
          <a:p>
            <a:pPr marL="171450" indent="-171450" defTabSz="9144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手动录入</a:t>
            </a:r>
            <a:endParaRPr lang="zh-CN" altLang="en-US" sz="1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defTabSz="9144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自动计算</a:t>
            </a:r>
            <a:endParaRPr lang="zh-CN" altLang="en-US" sz="1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defTabSz="9144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模版匹配</a:t>
            </a:r>
            <a:endParaRPr lang="zh-CN" altLang="en-US" sz="1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8"/>
          <p:cNvSpPr txBox="1"/>
          <p:nvPr/>
        </p:nvSpPr>
        <p:spPr>
          <a:xfrm>
            <a:off x="7285211" y="2691116"/>
            <a:ext cx="955675" cy="295978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ysDash"/>
            <a:round/>
            <a:headEnd type="none" w="med" len="med"/>
            <a:tailEnd type="none" w="med" len="med"/>
          </a:ln>
        </p:spPr>
        <p:txBody>
          <a:bodyPr lIns="96000" anchor="t">
            <a:spAutoFit/>
          </a:bodyPr>
          <a:lstStyle/>
          <a:p>
            <a:pPr marL="171450" indent="-171450" defTabSz="9144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权重计算</a:t>
            </a:r>
            <a:endParaRPr lang="zh-CN" altLang="en-US" sz="1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箭头: 五边形 27"/>
          <p:cNvSpPr/>
          <p:nvPr/>
        </p:nvSpPr>
        <p:spPr>
          <a:xfrm>
            <a:off x="919910" y="852773"/>
            <a:ext cx="10284844" cy="158484"/>
          </a:xfrm>
          <a:prstGeom prst="homePlate">
            <a:avLst/>
          </a:prstGeom>
          <a:solidFill>
            <a:srgbClr val="0066CB">
              <a:lumMod val="60000"/>
              <a:lumOff val="40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9" name="Oval 8"/>
          <p:cNvSpPr>
            <a:spLocks noChangeArrowheads="1"/>
          </p:cNvSpPr>
          <p:nvPr/>
        </p:nvSpPr>
        <p:spPr bwMode="auto">
          <a:xfrm>
            <a:off x="1793772" y="642869"/>
            <a:ext cx="576065" cy="576064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1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30" name="Oval 8"/>
          <p:cNvSpPr>
            <a:spLocks noChangeArrowheads="1"/>
          </p:cNvSpPr>
          <p:nvPr/>
        </p:nvSpPr>
        <p:spPr bwMode="auto">
          <a:xfrm>
            <a:off x="9805639" y="631456"/>
            <a:ext cx="576065" cy="576064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3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31" name="Oval 8"/>
          <p:cNvSpPr>
            <a:spLocks noChangeArrowheads="1"/>
          </p:cNvSpPr>
          <p:nvPr/>
        </p:nvSpPr>
        <p:spPr bwMode="auto">
          <a:xfrm>
            <a:off x="5913922" y="618961"/>
            <a:ext cx="576065" cy="576064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2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cxnSp>
        <p:nvCxnSpPr>
          <p:cNvPr id="32" name="直接箭头连接符 31"/>
          <p:cNvCxnSpPr>
            <a:stCxn id="6" idx="3"/>
            <a:endCxn id="16" idx="1"/>
          </p:cNvCxnSpPr>
          <p:nvPr/>
        </p:nvCxnSpPr>
        <p:spPr>
          <a:xfrm>
            <a:off x="2094616" y="2277380"/>
            <a:ext cx="194785" cy="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直接箭头连接符 32"/>
          <p:cNvCxnSpPr>
            <a:stCxn id="16" idx="3"/>
            <a:endCxn id="17" idx="1"/>
          </p:cNvCxnSpPr>
          <p:nvPr/>
        </p:nvCxnSpPr>
        <p:spPr>
          <a:xfrm>
            <a:off x="3441529" y="2277380"/>
            <a:ext cx="812864" cy="1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直接箭头连接符 33"/>
          <p:cNvCxnSpPr>
            <a:stCxn id="17" idx="3"/>
            <a:endCxn id="20" idx="1"/>
          </p:cNvCxnSpPr>
          <p:nvPr/>
        </p:nvCxnSpPr>
        <p:spPr>
          <a:xfrm flipV="1">
            <a:off x="5406521" y="2277380"/>
            <a:ext cx="318415" cy="1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5" name="直接箭头连接符 34"/>
          <p:cNvCxnSpPr>
            <a:stCxn id="7" idx="3"/>
            <a:endCxn id="8" idx="1"/>
          </p:cNvCxnSpPr>
          <p:nvPr/>
        </p:nvCxnSpPr>
        <p:spPr>
          <a:xfrm flipV="1">
            <a:off x="8339113" y="2277380"/>
            <a:ext cx="292254" cy="1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6" name="直接箭头连接符 35"/>
          <p:cNvCxnSpPr>
            <a:stCxn id="20" idx="3"/>
            <a:endCxn id="7" idx="1"/>
          </p:cNvCxnSpPr>
          <p:nvPr/>
        </p:nvCxnSpPr>
        <p:spPr>
          <a:xfrm>
            <a:off x="6877064" y="2277380"/>
            <a:ext cx="309921" cy="1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7" name="直接箭头连接符 36"/>
          <p:cNvCxnSpPr>
            <a:stCxn id="8" idx="3"/>
            <a:endCxn id="11" idx="1"/>
          </p:cNvCxnSpPr>
          <p:nvPr/>
        </p:nvCxnSpPr>
        <p:spPr>
          <a:xfrm>
            <a:off x="9783495" y="2277380"/>
            <a:ext cx="712054" cy="1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" name="直接箭头连接符 37"/>
          <p:cNvCxnSpPr>
            <a:stCxn id="9" idx="3"/>
            <a:endCxn id="21" idx="1"/>
          </p:cNvCxnSpPr>
          <p:nvPr/>
        </p:nvCxnSpPr>
        <p:spPr>
          <a:xfrm>
            <a:off x="9841102" y="4399466"/>
            <a:ext cx="684254" cy="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直接箭头连接符 38"/>
          <p:cNvCxnSpPr>
            <a:stCxn id="8" idx="2"/>
            <a:endCxn id="9" idx="0"/>
          </p:cNvCxnSpPr>
          <p:nvPr/>
        </p:nvCxnSpPr>
        <p:spPr>
          <a:xfrm>
            <a:off x="9207431" y="2457400"/>
            <a:ext cx="1" cy="1762046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S04—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供应商风险评估流程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Google Shape;1486;p56"/>
          <p:cNvSpPr/>
          <p:nvPr/>
        </p:nvSpPr>
        <p:spPr>
          <a:xfrm>
            <a:off x="3805662" y="745066"/>
            <a:ext cx="1438028" cy="598344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实体供应商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Google Shape;1486;p56"/>
          <p:cNvSpPr/>
          <p:nvPr/>
        </p:nvSpPr>
        <p:spPr>
          <a:xfrm>
            <a:off x="5391750" y="745066"/>
            <a:ext cx="1438028" cy="598344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贸易供应商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Google Shape;1486;p56"/>
          <p:cNvSpPr/>
          <p:nvPr/>
        </p:nvSpPr>
        <p:spPr>
          <a:xfrm>
            <a:off x="423331" y="2964103"/>
            <a:ext cx="1055513" cy="223923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生产制造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Google Shape;1486;p56"/>
          <p:cNvSpPr/>
          <p:nvPr/>
        </p:nvSpPr>
        <p:spPr>
          <a:xfrm>
            <a:off x="423331" y="3497176"/>
            <a:ext cx="1055513" cy="223923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技术研发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Google Shape;1486;p56"/>
          <p:cNvSpPr/>
          <p:nvPr/>
        </p:nvSpPr>
        <p:spPr>
          <a:xfrm>
            <a:off x="423331" y="4049678"/>
            <a:ext cx="1055513" cy="223923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质量管理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Google Shape;1486;p56"/>
          <p:cNvSpPr/>
          <p:nvPr/>
        </p:nvSpPr>
        <p:spPr>
          <a:xfrm>
            <a:off x="423331" y="4607721"/>
            <a:ext cx="1055513" cy="223923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交货及物流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Google Shape;1486;p56"/>
          <p:cNvSpPr/>
          <p:nvPr/>
        </p:nvSpPr>
        <p:spPr>
          <a:xfrm>
            <a:off x="423331" y="5140794"/>
            <a:ext cx="1055513" cy="223923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原材料采购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Google Shape;1486;p56"/>
          <p:cNvSpPr/>
          <p:nvPr/>
        </p:nvSpPr>
        <p:spPr>
          <a:xfrm>
            <a:off x="423331" y="5636852"/>
            <a:ext cx="1055513" cy="223923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环保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Google Shape;1486;p56"/>
          <p:cNvSpPr/>
          <p:nvPr/>
        </p:nvSpPr>
        <p:spPr>
          <a:xfrm>
            <a:off x="423331" y="6113807"/>
            <a:ext cx="1055513" cy="223923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安全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Google Shape;1486;p56"/>
          <p:cNvSpPr/>
          <p:nvPr/>
        </p:nvSpPr>
        <p:spPr>
          <a:xfrm>
            <a:off x="423331" y="2468045"/>
            <a:ext cx="1055513" cy="223923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总体情况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Google Shape;1486;p56"/>
          <p:cNvSpPr/>
          <p:nvPr/>
        </p:nvSpPr>
        <p:spPr>
          <a:xfrm>
            <a:off x="4611510" y="1847123"/>
            <a:ext cx="1438028" cy="598344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评估小组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Google Shape;1486;p56"/>
          <p:cNvSpPr/>
          <p:nvPr/>
        </p:nvSpPr>
        <p:spPr>
          <a:xfrm>
            <a:off x="4611510" y="2824577"/>
            <a:ext cx="1438028" cy="598344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评估计划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5" name="直接箭头连接符 14"/>
          <p:cNvCxnSpPr>
            <a:stCxn id="13" idx="2"/>
            <a:endCxn id="14" idx="0"/>
          </p:cNvCxnSpPr>
          <p:nvPr/>
        </p:nvCxnSpPr>
        <p:spPr>
          <a:xfrm>
            <a:off x="5330524" y="2445467"/>
            <a:ext cx="0" cy="379110"/>
          </a:xfrm>
          <a:prstGeom prst="straightConnector1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连接符: 肘形 15"/>
          <p:cNvCxnSpPr>
            <a:stCxn id="3" idx="2"/>
            <a:endCxn id="13" idx="0"/>
          </p:cNvCxnSpPr>
          <p:nvPr/>
        </p:nvCxnSpPr>
        <p:spPr>
          <a:xfrm rot="16200000" flipH="1">
            <a:off x="4675744" y="1192342"/>
            <a:ext cx="503713" cy="805848"/>
          </a:xfrm>
          <a:prstGeom prst="bentConnector3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连接符: 肘形 16"/>
          <p:cNvCxnSpPr>
            <a:stCxn id="4" idx="2"/>
            <a:endCxn id="13" idx="0"/>
          </p:cNvCxnSpPr>
          <p:nvPr/>
        </p:nvCxnSpPr>
        <p:spPr>
          <a:xfrm rot="5400000">
            <a:off x="5468788" y="1205146"/>
            <a:ext cx="503713" cy="780240"/>
          </a:xfrm>
          <a:prstGeom prst="bentConnector3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Google Shape;1486;p56"/>
          <p:cNvSpPr/>
          <p:nvPr/>
        </p:nvSpPr>
        <p:spPr>
          <a:xfrm>
            <a:off x="2477912" y="3863701"/>
            <a:ext cx="1438028" cy="598344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评估标准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Google Shape;1486;p56"/>
          <p:cNvSpPr/>
          <p:nvPr/>
        </p:nvSpPr>
        <p:spPr>
          <a:xfrm>
            <a:off x="4611510" y="3863701"/>
            <a:ext cx="1438028" cy="598344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风险评估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20" name="连接符: 肘形 19"/>
          <p:cNvCxnSpPr>
            <a:stCxn id="18" idx="1"/>
            <a:endCxn id="12" idx="3"/>
          </p:cNvCxnSpPr>
          <p:nvPr/>
        </p:nvCxnSpPr>
        <p:spPr>
          <a:xfrm rot="10800000">
            <a:off x="1478844" y="2580007"/>
            <a:ext cx="999068" cy="1582866"/>
          </a:xfrm>
          <a:prstGeom prst="bentConnector3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21" name="连接符: 肘形 20"/>
          <p:cNvCxnSpPr>
            <a:stCxn id="18" idx="1"/>
            <a:endCxn id="5" idx="3"/>
          </p:cNvCxnSpPr>
          <p:nvPr/>
        </p:nvCxnSpPr>
        <p:spPr>
          <a:xfrm rot="10800000">
            <a:off x="1478844" y="3076065"/>
            <a:ext cx="999068" cy="1086808"/>
          </a:xfrm>
          <a:prstGeom prst="bentConnector3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22" name="连接符: 肘形 21"/>
          <p:cNvCxnSpPr>
            <a:stCxn id="18" idx="1"/>
            <a:endCxn id="6" idx="3"/>
          </p:cNvCxnSpPr>
          <p:nvPr/>
        </p:nvCxnSpPr>
        <p:spPr>
          <a:xfrm rot="10800000">
            <a:off x="1478844" y="3609139"/>
            <a:ext cx="999068" cy="553735"/>
          </a:xfrm>
          <a:prstGeom prst="bentConnector3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23" name="连接符: 肘形 22"/>
          <p:cNvCxnSpPr>
            <a:stCxn id="18" idx="1"/>
            <a:endCxn id="7" idx="3"/>
          </p:cNvCxnSpPr>
          <p:nvPr/>
        </p:nvCxnSpPr>
        <p:spPr>
          <a:xfrm rot="10800000">
            <a:off x="1478844" y="4161641"/>
            <a:ext cx="999068" cy="123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24" name="连接符: 肘形 23"/>
          <p:cNvCxnSpPr>
            <a:stCxn id="18" idx="1"/>
            <a:endCxn id="8" idx="3"/>
          </p:cNvCxnSpPr>
          <p:nvPr/>
        </p:nvCxnSpPr>
        <p:spPr>
          <a:xfrm rot="10800000" flipV="1">
            <a:off x="1478844" y="4162873"/>
            <a:ext cx="999068" cy="55681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25" name="连接符: 肘形 24"/>
          <p:cNvCxnSpPr>
            <a:stCxn id="18" idx="1"/>
            <a:endCxn id="9" idx="3"/>
          </p:cNvCxnSpPr>
          <p:nvPr/>
        </p:nvCxnSpPr>
        <p:spPr>
          <a:xfrm rot="10800000" flipV="1">
            <a:off x="1478844" y="4162872"/>
            <a:ext cx="999068" cy="108988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26" name="连接符: 肘形 25"/>
          <p:cNvCxnSpPr>
            <a:stCxn id="18" idx="1"/>
            <a:endCxn id="10" idx="3"/>
          </p:cNvCxnSpPr>
          <p:nvPr/>
        </p:nvCxnSpPr>
        <p:spPr>
          <a:xfrm rot="10800000" flipV="1">
            <a:off x="1478844" y="4162872"/>
            <a:ext cx="999068" cy="158594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27" name="连接符: 肘形 26"/>
          <p:cNvCxnSpPr>
            <a:stCxn id="18" idx="1"/>
            <a:endCxn id="11" idx="3"/>
          </p:cNvCxnSpPr>
          <p:nvPr/>
        </p:nvCxnSpPr>
        <p:spPr>
          <a:xfrm rot="10800000" flipV="1">
            <a:off x="1478844" y="4162873"/>
            <a:ext cx="999068" cy="206289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28" name="直接箭头连接符 27"/>
          <p:cNvCxnSpPr>
            <a:stCxn id="14" idx="2"/>
            <a:endCxn id="19" idx="0"/>
          </p:cNvCxnSpPr>
          <p:nvPr/>
        </p:nvCxnSpPr>
        <p:spPr>
          <a:xfrm>
            <a:off x="5330524" y="3422921"/>
            <a:ext cx="0" cy="440780"/>
          </a:xfrm>
          <a:prstGeom prst="straightConnector1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直接箭头连接符 28"/>
          <p:cNvCxnSpPr>
            <a:stCxn id="18" idx="3"/>
            <a:endCxn id="19" idx="1"/>
          </p:cNvCxnSpPr>
          <p:nvPr/>
        </p:nvCxnSpPr>
        <p:spPr>
          <a:xfrm>
            <a:off x="3915940" y="4162873"/>
            <a:ext cx="695570" cy="0"/>
          </a:xfrm>
          <a:prstGeom prst="straightConnector1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0" name="Google Shape;1486;p56"/>
          <p:cNvSpPr/>
          <p:nvPr/>
        </p:nvSpPr>
        <p:spPr>
          <a:xfrm>
            <a:off x="7046158" y="3865329"/>
            <a:ext cx="1438028" cy="598344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风险等级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1" name="Google Shape;1486;p56"/>
          <p:cNvSpPr/>
          <p:nvPr/>
        </p:nvSpPr>
        <p:spPr>
          <a:xfrm>
            <a:off x="7046158" y="5344278"/>
            <a:ext cx="1438028" cy="598344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结果执行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484185" y="3422921"/>
            <a:ext cx="2659674" cy="724657"/>
            <a:chOff x="6575126" y="2996989"/>
            <a:chExt cx="2659674" cy="724657"/>
          </a:xfrm>
        </p:grpSpPr>
        <p:cxnSp>
          <p:nvCxnSpPr>
            <p:cNvPr id="33" name="直接连接符 32"/>
            <p:cNvCxnSpPr/>
            <p:nvPr/>
          </p:nvCxnSpPr>
          <p:spPr>
            <a:xfrm flipH="1">
              <a:off x="6575126" y="2996989"/>
              <a:ext cx="219856" cy="724657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34" name="直接连接符 33"/>
            <p:cNvCxnSpPr/>
            <p:nvPr/>
          </p:nvCxnSpPr>
          <p:spPr>
            <a:xfrm flipH="1">
              <a:off x="6794982" y="3008278"/>
              <a:ext cx="2439818" cy="0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  <a:headEnd type="diamond"/>
            </a:ln>
            <a:effectLst/>
          </p:spPr>
        </p:cxnSp>
      </p:grpSp>
      <p:sp>
        <p:nvSpPr>
          <p:cNvPr id="35" name="文本框 34"/>
          <p:cNvSpPr txBox="1"/>
          <p:nvPr/>
        </p:nvSpPr>
        <p:spPr>
          <a:xfrm>
            <a:off x="8839752" y="2061836"/>
            <a:ext cx="2168396" cy="1300741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A-</a:t>
            </a:r>
            <a:r>
              <a:rPr lang="zh-CN" alt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风险很小的优质供应商</a:t>
            </a:r>
            <a:endParaRPr lang="en-US" altLang="zh-CN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B-</a:t>
            </a:r>
            <a:r>
              <a:rPr lang="zh-CN" alt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风险较小的合格供应商</a:t>
            </a:r>
            <a:endParaRPr lang="en-US" altLang="zh-CN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C-</a:t>
            </a:r>
            <a:r>
              <a:rPr lang="zh-CN" alt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有风险的供应商</a:t>
            </a:r>
            <a:endParaRPr lang="en-US" altLang="zh-CN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D-</a:t>
            </a:r>
            <a:r>
              <a:rPr lang="zh-CN" alt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风险大需淘汰的供应商</a:t>
            </a:r>
            <a:endParaRPr lang="zh-CN" altLang="en-US" sz="1400" dirty="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直接箭头连接符 35"/>
          <p:cNvCxnSpPr>
            <a:stCxn id="30" idx="2"/>
            <a:endCxn id="31" idx="0"/>
          </p:cNvCxnSpPr>
          <p:nvPr/>
        </p:nvCxnSpPr>
        <p:spPr>
          <a:xfrm>
            <a:off x="7765172" y="4463673"/>
            <a:ext cx="0" cy="880605"/>
          </a:xfrm>
          <a:prstGeom prst="straightConnector1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37" name="组合 36"/>
          <p:cNvGrpSpPr/>
          <p:nvPr/>
        </p:nvGrpSpPr>
        <p:grpSpPr>
          <a:xfrm>
            <a:off x="8484186" y="5637019"/>
            <a:ext cx="2831245" cy="621878"/>
            <a:chOff x="6249046" y="3434471"/>
            <a:chExt cx="2831245" cy="621878"/>
          </a:xfrm>
        </p:grpSpPr>
        <p:cxnSp>
          <p:nvCxnSpPr>
            <p:cNvPr id="38" name="直接连接符 37"/>
            <p:cNvCxnSpPr/>
            <p:nvPr/>
          </p:nvCxnSpPr>
          <p:spPr>
            <a:xfrm flipH="1" flipV="1">
              <a:off x="6249046" y="3434471"/>
              <a:ext cx="402716" cy="621878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6640473" y="4040989"/>
              <a:ext cx="2439818" cy="0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  <a:headEnd type="diamond"/>
            </a:ln>
            <a:effectLst/>
          </p:spPr>
        </p:cxnSp>
      </p:grpSp>
      <p:sp>
        <p:nvSpPr>
          <p:cNvPr id="40" name="文本框 39"/>
          <p:cNvSpPr txBox="1"/>
          <p:nvPr/>
        </p:nvSpPr>
        <p:spPr>
          <a:xfrm>
            <a:off x="8975463" y="5517493"/>
            <a:ext cx="2439818" cy="654410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供应商整改</a:t>
            </a:r>
            <a:endParaRPr lang="en-US" altLang="zh-CN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供应商淘汰</a:t>
            </a:r>
            <a:endParaRPr lang="zh-CN" altLang="en-US" sz="1400" dirty="0">
              <a:solidFill>
                <a:srgbClr val="4C4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1" name="直接箭头连接符 40"/>
          <p:cNvCxnSpPr>
            <a:stCxn id="19" idx="3"/>
            <a:endCxn id="30" idx="1"/>
          </p:cNvCxnSpPr>
          <p:nvPr/>
        </p:nvCxnSpPr>
        <p:spPr>
          <a:xfrm>
            <a:off x="6049538" y="4162873"/>
            <a:ext cx="996620" cy="1628"/>
          </a:xfrm>
          <a:prstGeom prst="straightConnector1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S04—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成果展示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1165"/>
            <a:ext cx="12144672" cy="243603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200"/>
            <a:ext cx="12144672" cy="339307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S05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3256546" y="1100655"/>
          <a:ext cx="6625391" cy="4828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S05—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供应商质量管理及扣款业务场景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6"/>
          <p:cNvSpPr txBox="1"/>
          <p:nvPr/>
        </p:nvSpPr>
        <p:spPr>
          <a:xfrm>
            <a:off x="1619552" y="1320042"/>
            <a:ext cx="1066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en-US" altLang="zh-CN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质量管理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11"/>
          <p:cNvSpPr txBox="1"/>
          <p:nvPr/>
        </p:nvSpPr>
        <p:spPr>
          <a:xfrm>
            <a:off x="5186291" y="1312968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质量索赔及扣款管理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16"/>
          <p:cNvSpPr txBox="1"/>
          <p:nvPr/>
        </p:nvSpPr>
        <p:spPr>
          <a:xfrm>
            <a:off x="9813964" y="1312968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en-US" altLang="zh-CN" sz="1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PCN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圆角矩形 22"/>
          <p:cNvSpPr/>
          <p:nvPr/>
        </p:nvSpPr>
        <p:spPr>
          <a:xfrm>
            <a:off x="942488" y="2032397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质量通知单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2"/>
          <p:cNvSpPr/>
          <p:nvPr/>
        </p:nvSpPr>
        <p:spPr>
          <a:xfrm>
            <a:off x="8631367" y="2032397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变更申请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圆角矩形 22"/>
          <p:cNvSpPr/>
          <p:nvPr/>
        </p:nvSpPr>
        <p:spPr>
          <a:xfrm>
            <a:off x="8573761" y="2739274"/>
            <a:ext cx="1267341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确认变更内容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圆角矩形 22"/>
          <p:cNvSpPr/>
          <p:nvPr/>
        </p:nvSpPr>
        <p:spPr>
          <a:xfrm>
            <a:off x="233353" y="1107589"/>
            <a:ext cx="514350" cy="4306014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txBody>
          <a:bodyPr vert="wordArtVertRtl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质量索赔管理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8" name="圆角矩形 22"/>
          <p:cNvSpPr/>
          <p:nvPr/>
        </p:nvSpPr>
        <p:spPr>
          <a:xfrm>
            <a:off x="10495549" y="2032539"/>
            <a:ext cx="1152128" cy="359757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质管审批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127201" y="5572907"/>
            <a:ext cx="10254504" cy="1159431"/>
          </a:xfrm>
          <a:prstGeom prst="rect">
            <a:avLst/>
          </a:prstGeom>
          <a:noFill/>
          <a:ln w="9525" cap="flat" cmpd="sng" algn="ctr">
            <a:solidFill>
              <a:srgbClr val="0070C0">
                <a:lumMod val="40000"/>
                <a:lumOff val="60000"/>
              </a:srgbClr>
            </a:solidFill>
            <a:prstDash val="soli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219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1577090" y="5612153"/>
            <a:ext cx="8712219" cy="107684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 anchorCtr="0">
            <a:noAutofit/>
          </a:bodyPr>
          <a:lstStyle/>
          <a:p>
            <a:pPr marL="228600" indent="-228600" defTabSz="1219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2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规范供应商质量整改流程，提升工作效率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方正兰亭准黑_GBK" charset="0"/>
              </a:rPr>
              <a:t>。</a:t>
            </a:r>
            <a:endParaRPr lang="zh-CN" altLang="en-US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方正兰亭准黑_GBK" charset="0"/>
            </a:endParaRPr>
          </a:p>
          <a:p>
            <a:pPr marL="228600" indent="-228600" defTabSz="1219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问题确认、分析改进、结案稽查都在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SRM</a:t>
            </a:r>
            <a:r>
              <a:rPr lang="zh-CN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平台管理，记录质量问题过程管理，信息化呈现效率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方正兰亭准黑_GBK" charset="0"/>
            </a:endParaRPr>
          </a:p>
          <a:p>
            <a:pPr marL="228600" indent="-228600" defTabSz="1219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质量问题的响应时效性、严重程度与质量绩效评估直接关联。质量长期改进无效的，可触发供应商退出、财务冻结、采购订单冻结等闭环记录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方正兰亭准黑_GBK" charset="0"/>
              </a:rPr>
              <a:t>。</a:t>
            </a:r>
            <a:endParaRPr lang="zh-CN" altLang="en-US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方正兰亭准黑_GBK" charset="0"/>
            </a:endParaRPr>
          </a:p>
        </p:txBody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172193" y="5620485"/>
            <a:ext cx="1404896" cy="1083594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 w="19050" algn="ctr">
            <a:noFill/>
            <a:miter lim="800000"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业务要点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22"/>
          <p:cNvSpPr txBox="1"/>
          <p:nvPr/>
        </p:nvSpPr>
        <p:spPr>
          <a:xfrm>
            <a:off x="2344584" y="1878470"/>
            <a:ext cx="1212850" cy="757643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ysDash"/>
            <a:round/>
            <a:headEnd type="none" w="med" len="med"/>
            <a:tailEnd type="none" w="med" len="med"/>
          </a:ln>
        </p:spPr>
        <p:txBody>
          <a:bodyPr lIns="96000" anchor="t">
            <a:spAutoFit/>
          </a:bodyPr>
          <a:lstStyle/>
          <a:p>
            <a:pPr marL="171450" indent="-171450" defTabSz="9144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来料不良</a:t>
            </a:r>
            <a:endParaRPr lang="zh-CN" altLang="en-US" sz="1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defTabSz="9144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制程不良</a:t>
            </a:r>
            <a:r>
              <a:rPr lang="en-US" altLang="zh-CN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客诉</a:t>
            </a:r>
            <a:endParaRPr lang="en-US" altLang="zh-CN" sz="1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defTabSz="9144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QMS</a:t>
            </a:r>
            <a:r>
              <a:rPr lang="zh-CN" altLang="en-US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发起</a:t>
            </a:r>
            <a:endParaRPr lang="zh-CN" altLang="en-US" sz="1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22"/>
          <p:cNvSpPr/>
          <p:nvPr/>
        </p:nvSpPr>
        <p:spPr>
          <a:xfrm>
            <a:off x="942488" y="2659384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供应商确认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圆角矩形 22"/>
          <p:cNvSpPr/>
          <p:nvPr/>
        </p:nvSpPr>
        <p:spPr>
          <a:xfrm>
            <a:off x="4870421" y="2033121"/>
            <a:ext cx="1152128" cy="358591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生成扣款单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圆角矩形 22"/>
          <p:cNvSpPr/>
          <p:nvPr/>
        </p:nvSpPr>
        <p:spPr>
          <a:xfrm>
            <a:off x="10501614" y="2629272"/>
            <a:ext cx="1152128" cy="359757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变更生效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76"/>
          <p:cNvSpPr/>
          <p:nvPr/>
        </p:nvSpPr>
        <p:spPr>
          <a:xfrm>
            <a:off x="6378576" y="1890419"/>
            <a:ext cx="1130300" cy="526811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ysDash"/>
            <a:round/>
            <a:headEnd type="none" w="med" len="med"/>
            <a:tailEnd type="none" w="med" len="med"/>
          </a:ln>
        </p:spPr>
        <p:txBody>
          <a:bodyPr lIns="96000" anchor="t">
            <a:spAutoFit/>
          </a:bodyPr>
          <a:lstStyle/>
          <a:p>
            <a:pPr marL="171450" indent="-171450" defTabSz="12192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质量索赔</a:t>
            </a:r>
            <a:endParaRPr lang="zh-CN" altLang="en-US" sz="1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defTabSz="12192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财务扣款</a:t>
            </a:r>
            <a:endParaRPr lang="zh-CN" altLang="en-US" sz="1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箭头: 五边形 36"/>
          <p:cNvSpPr/>
          <p:nvPr/>
        </p:nvSpPr>
        <p:spPr>
          <a:xfrm>
            <a:off x="919910" y="787810"/>
            <a:ext cx="10284844" cy="158484"/>
          </a:xfrm>
          <a:prstGeom prst="homePlate">
            <a:avLst/>
          </a:prstGeom>
          <a:solidFill>
            <a:srgbClr val="0066CB">
              <a:lumMod val="60000"/>
              <a:lumOff val="40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8" name="Oval 8"/>
          <p:cNvSpPr>
            <a:spLocks noChangeArrowheads="1"/>
          </p:cNvSpPr>
          <p:nvPr/>
        </p:nvSpPr>
        <p:spPr bwMode="auto">
          <a:xfrm>
            <a:off x="1793772" y="577906"/>
            <a:ext cx="576065" cy="576064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1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39" name="Oval 8"/>
          <p:cNvSpPr>
            <a:spLocks noChangeArrowheads="1"/>
          </p:cNvSpPr>
          <p:nvPr/>
        </p:nvSpPr>
        <p:spPr bwMode="auto">
          <a:xfrm>
            <a:off x="9805639" y="566493"/>
            <a:ext cx="576065" cy="576064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3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40" name="Oval 8"/>
          <p:cNvSpPr>
            <a:spLocks noChangeArrowheads="1"/>
          </p:cNvSpPr>
          <p:nvPr/>
        </p:nvSpPr>
        <p:spPr bwMode="auto">
          <a:xfrm>
            <a:off x="5913922" y="553998"/>
            <a:ext cx="576065" cy="576064"/>
          </a:xfrm>
          <a:prstGeom prst="ellipse">
            <a:avLst/>
          </a:prstGeom>
          <a:solidFill>
            <a:srgbClr val="0066CB">
              <a:lumMod val="60000"/>
              <a:lumOff val="4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rPr>
              <a:t>2</a:t>
            </a: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cxnSp>
        <p:nvCxnSpPr>
          <p:cNvPr id="41" name="直接箭头连接符 40"/>
          <p:cNvCxnSpPr>
            <a:stCxn id="24" idx="2"/>
            <a:endCxn id="33" idx="0"/>
          </p:cNvCxnSpPr>
          <p:nvPr/>
        </p:nvCxnSpPr>
        <p:spPr>
          <a:xfrm>
            <a:off x="1518552" y="2392437"/>
            <a:ext cx="0" cy="266947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2" name="直接箭头连接符 41"/>
          <p:cNvCxnSpPr>
            <a:stCxn id="25" idx="2"/>
            <a:endCxn id="26" idx="0"/>
          </p:cNvCxnSpPr>
          <p:nvPr/>
        </p:nvCxnSpPr>
        <p:spPr>
          <a:xfrm>
            <a:off x="9207431" y="2392437"/>
            <a:ext cx="1" cy="346837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3" name="圆角矩形 22"/>
          <p:cNvSpPr/>
          <p:nvPr/>
        </p:nvSpPr>
        <p:spPr>
          <a:xfrm>
            <a:off x="942488" y="3300132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整改报告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直接箭头连接符 43"/>
          <p:cNvCxnSpPr>
            <a:stCxn id="33" idx="2"/>
            <a:endCxn id="43" idx="0"/>
          </p:cNvCxnSpPr>
          <p:nvPr/>
        </p:nvCxnSpPr>
        <p:spPr>
          <a:xfrm>
            <a:off x="1518552" y="3019424"/>
            <a:ext cx="0" cy="280708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5" name="圆角矩形 22"/>
          <p:cNvSpPr/>
          <p:nvPr/>
        </p:nvSpPr>
        <p:spPr>
          <a:xfrm>
            <a:off x="942488" y="3947740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整改报告审批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圆角矩形 22"/>
          <p:cNvSpPr/>
          <p:nvPr/>
        </p:nvSpPr>
        <p:spPr>
          <a:xfrm>
            <a:off x="2374945" y="3300132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整改稽核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圆角矩形 22"/>
          <p:cNvSpPr/>
          <p:nvPr/>
        </p:nvSpPr>
        <p:spPr>
          <a:xfrm>
            <a:off x="2377562" y="3956301"/>
            <a:ext cx="1152128" cy="360040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结案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直接箭头连接符 47"/>
          <p:cNvCxnSpPr>
            <a:stCxn id="43" idx="2"/>
            <a:endCxn id="45" idx="0"/>
          </p:cNvCxnSpPr>
          <p:nvPr/>
        </p:nvCxnSpPr>
        <p:spPr>
          <a:xfrm>
            <a:off x="1518552" y="3660172"/>
            <a:ext cx="0" cy="287568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9" name="连接符: 肘形 48"/>
          <p:cNvCxnSpPr>
            <a:stCxn id="45" idx="3"/>
            <a:endCxn id="46" idx="1"/>
          </p:cNvCxnSpPr>
          <p:nvPr/>
        </p:nvCxnSpPr>
        <p:spPr>
          <a:xfrm flipV="1">
            <a:off x="2094616" y="3480152"/>
            <a:ext cx="280329" cy="647608"/>
          </a:xfrm>
          <a:prstGeom prst="bentConnector3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0" name="直接箭头连接符 49"/>
          <p:cNvCxnSpPr>
            <a:stCxn id="46" idx="2"/>
            <a:endCxn id="47" idx="0"/>
          </p:cNvCxnSpPr>
          <p:nvPr/>
        </p:nvCxnSpPr>
        <p:spPr>
          <a:xfrm>
            <a:off x="2951009" y="3660172"/>
            <a:ext cx="2617" cy="296129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1" name="圆角矩形 22"/>
          <p:cNvSpPr/>
          <p:nvPr/>
        </p:nvSpPr>
        <p:spPr>
          <a:xfrm>
            <a:off x="4870421" y="2664688"/>
            <a:ext cx="1152128" cy="358591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供应商确认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2" name="直接箭头连接符 51"/>
          <p:cNvCxnSpPr>
            <a:stCxn id="34" idx="2"/>
            <a:endCxn id="51" idx="0"/>
          </p:cNvCxnSpPr>
          <p:nvPr/>
        </p:nvCxnSpPr>
        <p:spPr>
          <a:xfrm>
            <a:off x="5446485" y="2391712"/>
            <a:ext cx="0" cy="272976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3" name="圆角矩形 22"/>
          <p:cNvSpPr/>
          <p:nvPr/>
        </p:nvSpPr>
        <p:spPr>
          <a:xfrm>
            <a:off x="4870421" y="3279136"/>
            <a:ext cx="1152128" cy="358591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上传附件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直接箭头连接符 53"/>
          <p:cNvCxnSpPr>
            <a:endCxn id="53" idx="0"/>
          </p:cNvCxnSpPr>
          <p:nvPr/>
        </p:nvCxnSpPr>
        <p:spPr>
          <a:xfrm>
            <a:off x="5446485" y="3006160"/>
            <a:ext cx="0" cy="272976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5" name="圆角矩形 22"/>
          <p:cNvSpPr/>
          <p:nvPr/>
        </p:nvSpPr>
        <p:spPr>
          <a:xfrm>
            <a:off x="4870421" y="3921333"/>
            <a:ext cx="1152128" cy="358591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维护质扣方式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6" name="直接箭头连接符 55"/>
          <p:cNvCxnSpPr>
            <a:stCxn id="53" idx="2"/>
            <a:endCxn id="55" idx="0"/>
          </p:cNvCxnSpPr>
          <p:nvPr/>
        </p:nvCxnSpPr>
        <p:spPr>
          <a:xfrm>
            <a:off x="5446485" y="3637727"/>
            <a:ext cx="0" cy="283606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7" name="矩形 76"/>
          <p:cNvSpPr/>
          <p:nvPr/>
        </p:nvSpPr>
        <p:spPr>
          <a:xfrm>
            <a:off x="4932032" y="4356486"/>
            <a:ext cx="1130300" cy="1167692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ysDash"/>
            <a:round/>
            <a:headEnd type="none" w="med" len="med"/>
            <a:tailEnd type="none" w="med" len="med"/>
          </a:ln>
        </p:spPr>
        <p:txBody>
          <a:bodyPr lIns="96000" anchor="t">
            <a:spAutoFit/>
          </a:bodyPr>
          <a:lstStyle/>
          <a:p>
            <a:pPr marL="171450" indent="-171450" defTabSz="12192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免费订单</a:t>
            </a:r>
            <a:endParaRPr lang="en-US" alt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defTabSz="12192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红字发票</a:t>
            </a:r>
            <a:endParaRPr lang="en-US" alt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defTabSz="12192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抵扣</a:t>
            </a:r>
            <a:endParaRPr lang="en-US" alt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defTabSz="12192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收据</a:t>
            </a:r>
            <a:endParaRPr lang="zh-CN" alt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圆角矩形 22"/>
          <p:cNvSpPr/>
          <p:nvPr/>
        </p:nvSpPr>
        <p:spPr>
          <a:xfrm>
            <a:off x="6343333" y="2656127"/>
            <a:ext cx="1152128" cy="358591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红字发票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圆角矩形 22"/>
          <p:cNvSpPr/>
          <p:nvPr/>
        </p:nvSpPr>
        <p:spPr>
          <a:xfrm>
            <a:off x="6343333" y="3302386"/>
            <a:ext cx="1152128" cy="358591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抵扣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圆角矩形 22"/>
          <p:cNvSpPr/>
          <p:nvPr/>
        </p:nvSpPr>
        <p:spPr>
          <a:xfrm>
            <a:off x="6343333" y="3923840"/>
            <a:ext cx="1152128" cy="358591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免费订单</a:t>
            </a:r>
            <a:r>
              <a:rPr kumimoji="0" lang="en-US" altLang="zh-CN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收据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1" name="连接符: 肘形 60"/>
          <p:cNvCxnSpPr>
            <a:stCxn id="55" idx="3"/>
            <a:endCxn id="58" idx="1"/>
          </p:cNvCxnSpPr>
          <p:nvPr/>
        </p:nvCxnSpPr>
        <p:spPr>
          <a:xfrm flipV="1">
            <a:off x="6022549" y="2835423"/>
            <a:ext cx="320784" cy="1265206"/>
          </a:xfrm>
          <a:prstGeom prst="bentConnector3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2" name="连接符: 肘形 61"/>
          <p:cNvCxnSpPr>
            <a:stCxn id="55" idx="3"/>
            <a:endCxn id="59" idx="1"/>
          </p:cNvCxnSpPr>
          <p:nvPr/>
        </p:nvCxnSpPr>
        <p:spPr>
          <a:xfrm flipV="1">
            <a:off x="6022549" y="3481682"/>
            <a:ext cx="320784" cy="618947"/>
          </a:xfrm>
          <a:prstGeom prst="bentConnector3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3" name="直接箭头连接符 62"/>
          <p:cNvCxnSpPr>
            <a:stCxn id="55" idx="3"/>
            <a:endCxn id="60" idx="1"/>
          </p:cNvCxnSpPr>
          <p:nvPr/>
        </p:nvCxnSpPr>
        <p:spPr>
          <a:xfrm>
            <a:off x="6022549" y="4100629"/>
            <a:ext cx="320784" cy="2507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4" name="连接符: 肘形 63"/>
          <p:cNvCxnSpPr>
            <a:stCxn id="26" idx="3"/>
            <a:endCxn id="28" idx="1"/>
          </p:cNvCxnSpPr>
          <p:nvPr/>
        </p:nvCxnSpPr>
        <p:spPr>
          <a:xfrm flipV="1">
            <a:off x="9841102" y="2212418"/>
            <a:ext cx="654447" cy="706876"/>
          </a:xfrm>
          <a:prstGeom prst="bentConnector3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5" name="直接箭头连接符 64"/>
          <p:cNvCxnSpPr>
            <a:stCxn id="28" idx="2"/>
            <a:endCxn id="35" idx="0"/>
          </p:cNvCxnSpPr>
          <p:nvPr/>
        </p:nvCxnSpPr>
        <p:spPr>
          <a:xfrm>
            <a:off x="11071613" y="2392296"/>
            <a:ext cx="6065" cy="236976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S05—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成果展示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9673"/>
            <a:ext cx="12192000" cy="601865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S06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3256546" y="1100655"/>
          <a:ext cx="6625391" cy="4828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S06--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采购早期介入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159162" y="822039"/>
            <a:ext cx="2466106" cy="471055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研发选型流程（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TC)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159161" y="1323057"/>
            <a:ext cx="2466107" cy="609600"/>
          </a:xfrm>
          <a:prstGeom prst="rect">
            <a:avLst/>
          </a:prstGeom>
          <a:solidFill>
            <a:srgbClr val="4C4C4C">
              <a:lumMod val="40000"/>
              <a:lumOff val="6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E-BOM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图文框 70"/>
          <p:cNvSpPr/>
          <p:nvPr/>
        </p:nvSpPr>
        <p:spPr>
          <a:xfrm>
            <a:off x="1159162" y="2567712"/>
            <a:ext cx="2466108" cy="609600"/>
          </a:xfrm>
          <a:prstGeom prst="frame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768967" y="2710929"/>
            <a:ext cx="1246495" cy="323165"/>
          </a:xfrm>
          <a:prstGeom prst="rect">
            <a:avLst/>
          </a:prstGeom>
          <a:noFill/>
        </p:spPr>
        <p:txBody>
          <a:bodyPr wrap="none" lIns="0" tIns="0" rtlCol="0">
            <a:spAutoFit/>
          </a:bodyPr>
          <a:lstStyle/>
          <a:p>
            <a:pPr defTabSz="914400"/>
            <a:r>
              <a:rPr lang="zh-CN" altLang="en-US" sz="18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品类资源池</a:t>
            </a:r>
            <a:endParaRPr lang="zh-CN" altLang="en-US" sz="18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3" name="箭头: 上下 72"/>
          <p:cNvSpPr/>
          <p:nvPr/>
        </p:nvSpPr>
        <p:spPr>
          <a:xfrm>
            <a:off x="1925781" y="2001987"/>
            <a:ext cx="323272" cy="494145"/>
          </a:xfrm>
          <a:prstGeom prst="upDownArrow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159161" y="3237347"/>
            <a:ext cx="2466109" cy="1838038"/>
          </a:xfrm>
          <a:prstGeom prst="rect">
            <a:avLst/>
          </a:prstGeom>
          <a:solidFill>
            <a:srgbClr val="F59E1D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lang="en-US" altLang="zh-CN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720041" y="3446365"/>
            <a:ext cx="861774" cy="230832"/>
          </a:xfrm>
          <a:prstGeom prst="rect">
            <a:avLst/>
          </a:prstGeom>
          <a:noFill/>
        </p:spPr>
        <p:txBody>
          <a:bodyPr wrap="none" lIns="0" tIns="0" rtlCol="0">
            <a:spAutoFit/>
          </a:bodyPr>
          <a:lstStyle/>
          <a:p>
            <a:pPr defTabSz="914400"/>
            <a:r>
              <a:rPr lang="zh-CN" altLang="en-US" sz="12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战略型物料</a:t>
            </a:r>
            <a:endParaRPr lang="zh-CN" altLang="en-US" sz="12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2732080" y="4063236"/>
            <a:ext cx="861774" cy="230832"/>
          </a:xfrm>
          <a:prstGeom prst="rect">
            <a:avLst/>
          </a:prstGeom>
          <a:noFill/>
        </p:spPr>
        <p:txBody>
          <a:bodyPr wrap="none" lIns="0" tIns="0" rtlCol="0">
            <a:spAutoFit/>
          </a:bodyPr>
          <a:lstStyle/>
          <a:p>
            <a:pPr defTabSz="914400"/>
            <a:r>
              <a:rPr lang="zh-CN" altLang="en-US" sz="12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瓶颈型物料</a:t>
            </a:r>
            <a:endParaRPr lang="zh-CN" altLang="en-US" sz="12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689100" y="3444759"/>
            <a:ext cx="861774" cy="230832"/>
          </a:xfrm>
          <a:prstGeom prst="rect">
            <a:avLst/>
          </a:prstGeom>
          <a:noFill/>
        </p:spPr>
        <p:txBody>
          <a:bodyPr wrap="none" lIns="0" tIns="0" rtlCol="0">
            <a:spAutoFit/>
          </a:bodyPr>
          <a:lstStyle/>
          <a:p>
            <a:pPr defTabSz="914400"/>
            <a:r>
              <a:rPr lang="zh-CN" altLang="en-US" sz="12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杠杆型物料</a:t>
            </a:r>
            <a:endParaRPr lang="zh-CN" altLang="en-US" sz="12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735038" y="4080167"/>
            <a:ext cx="861774" cy="230832"/>
          </a:xfrm>
          <a:prstGeom prst="rect">
            <a:avLst/>
          </a:prstGeom>
          <a:noFill/>
        </p:spPr>
        <p:txBody>
          <a:bodyPr wrap="none" lIns="0" tIns="0" rtlCol="0">
            <a:spAutoFit/>
          </a:bodyPr>
          <a:lstStyle/>
          <a:p>
            <a:pPr defTabSz="914400"/>
            <a:r>
              <a:rPr lang="zh-CN" altLang="en-US" sz="12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一般型物料</a:t>
            </a:r>
            <a:endParaRPr lang="zh-CN" altLang="en-US" sz="12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1223817" y="3378179"/>
            <a:ext cx="344538" cy="1323133"/>
          </a:xfrm>
          <a:prstGeom prst="rect">
            <a:avLst/>
          </a:prstGeom>
          <a:solidFill>
            <a:srgbClr val="F59E1D">
              <a:lumMod val="60000"/>
              <a:lumOff val="40000"/>
            </a:srgbClr>
          </a:solidFill>
          <a:ln>
            <a:solidFill>
              <a:srgbClr val="FFFFFF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采购金额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707812" y="4354949"/>
            <a:ext cx="1778000" cy="346363"/>
          </a:xfrm>
          <a:prstGeom prst="rect">
            <a:avLst/>
          </a:prstGeom>
          <a:solidFill>
            <a:srgbClr val="F59E1D">
              <a:lumMod val="60000"/>
              <a:lumOff val="40000"/>
            </a:srgbClr>
          </a:solidFill>
          <a:ln>
            <a:solidFill>
              <a:srgbClr val="FFFFFF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采购风险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2743195" y="4814358"/>
            <a:ext cx="1001569" cy="41101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B">
                <a:lumMod val="20000"/>
                <a:lumOff val="80000"/>
              </a:srgbClr>
            </a:solidFill>
          </a:ln>
          <a:effectLst/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动态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2" name="图文框 81"/>
          <p:cNvSpPr/>
          <p:nvPr/>
        </p:nvSpPr>
        <p:spPr>
          <a:xfrm>
            <a:off x="443344" y="2567713"/>
            <a:ext cx="618837" cy="609600"/>
          </a:xfrm>
          <a:prstGeom prst="frame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4C4C4C">
                <a:lumMod val="20000"/>
                <a:lumOff val="80000"/>
              </a:srgbClr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 flipH="1">
            <a:off x="595282" y="2710929"/>
            <a:ext cx="425800" cy="415498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defTabSz="914400"/>
            <a:r>
              <a:rPr lang="zh-CN" altLang="en-US" sz="12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物料模型</a:t>
            </a:r>
            <a:endParaRPr lang="zh-CN" altLang="en-US" sz="12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6503795" y="2538887"/>
            <a:ext cx="1685637" cy="1565565"/>
          </a:xfrm>
          <a:prstGeom prst="rect">
            <a:avLst/>
          </a:prstGeom>
          <a:noFill/>
          <a:ln>
            <a:solidFill>
              <a:srgbClr val="4C4C4C"/>
            </a:solidFill>
            <a:prstDash val="sysDash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6619250" y="2608161"/>
            <a:ext cx="1454727" cy="309418"/>
          </a:xfrm>
          <a:prstGeom prst="rect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0070C0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新供应商开发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6619249" y="2984544"/>
            <a:ext cx="1454727" cy="309418"/>
          </a:xfrm>
          <a:prstGeom prst="rect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0070C0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新供应商准入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6619249" y="3360927"/>
            <a:ext cx="1454727" cy="309418"/>
          </a:xfrm>
          <a:prstGeom prst="rect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0070C0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物料样品认证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6619249" y="3723454"/>
            <a:ext cx="1454727" cy="309418"/>
          </a:xfrm>
          <a:prstGeom prst="rect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0070C0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合格审批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6700509" y="4210710"/>
            <a:ext cx="1596508" cy="230832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defTabSz="914400"/>
            <a:r>
              <a:rPr lang="zh-CN" altLang="en-US" sz="12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资源池无，则开发</a:t>
            </a:r>
            <a:endParaRPr lang="zh-CN" altLang="en-US" sz="12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4148547" y="761062"/>
            <a:ext cx="1685637" cy="1392385"/>
          </a:xfrm>
          <a:prstGeom prst="rect">
            <a:avLst/>
          </a:prstGeom>
          <a:noFill/>
          <a:ln>
            <a:solidFill>
              <a:srgbClr val="4C4C4C"/>
            </a:solidFill>
            <a:prstDash val="sysDash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4264001" y="870986"/>
            <a:ext cx="1454727" cy="309418"/>
          </a:xfrm>
          <a:prstGeom prst="rect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0070C0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研发需求规格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4264001" y="1273950"/>
            <a:ext cx="1454727" cy="309418"/>
          </a:xfrm>
          <a:prstGeom prst="rect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0070C0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研发图纸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4264001" y="1681122"/>
            <a:ext cx="1454727" cy="309418"/>
          </a:xfrm>
          <a:prstGeom prst="rect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0070C0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采购需求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箭头: 右 93"/>
          <p:cNvSpPr/>
          <p:nvPr/>
        </p:nvSpPr>
        <p:spPr>
          <a:xfrm>
            <a:off x="5835645" y="3592029"/>
            <a:ext cx="570255" cy="240145"/>
          </a:xfrm>
          <a:prstGeom prst="rightArrow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021193" y="901409"/>
            <a:ext cx="1196111" cy="415498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defTabSz="914400"/>
            <a:r>
              <a:rPr lang="zh-CN" altLang="en-US" sz="12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供应商响应后</a:t>
            </a:r>
            <a:endParaRPr lang="en-US" altLang="zh-CN" sz="120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  <a:p>
            <a:pPr defTabSz="914400"/>
            <a:r>
              <a:rPr lang="zh-CN" altLang="en-US" sz="12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更新物料资源池</a:t>
            </a:r>
            <a:endParaRPr lang="zh-CN" altLang="en-US" sz="12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8455890" y="822039"/>
            <a:ext cx="3209638" cy="471055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供应商健康运营及风险预警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8455890" y="1323057"/>
            <a:ext cx="3209638" cy="3031892"/>
          </a:xfrm>
          <a:prstGeom prst="rect">
            <a:avLst/>
          </a:prstGeom>
          <a:solidFill>
            <a:srgbClr val="4C4C4C">
              <a:lumMod val="40000"/>
              <a:lumOff val="6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8592126" y="1878831"/>
            <a:ext cx="1175329" cy="604982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供应商</a:t>
            </a:r>
            <a:endParaRPr kumimoji="0" lang="en-US" altLang="zh-CN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健康调查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10321637" y="1363496"/>
            <a:ext cx="1256143" cy="323272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产能调查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10321637" y="1755036"/>
            <a:ext cx="1256143" cy="323272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资质调查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10321637" y="2126757"/>
            <a:ext cx="1256143" cy="323272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质量调查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10321637" y="2536579"/>
            <a:ext cx="1256143" cy="323272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环保调查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左大括号 102"/>
          <p:cNvSpPr/>
          <p:nvPr/>
        </p:nvSpPr>
        <p:spPr>
          <a:xfrm>
            <a:off x="9781310" y="1528621"/>
            <a:ext cx="526473" cy="1229707"/>
          </a:xfrm>
          <a:prstGeom prst="leftBrace">
            <a:avLst>
              <a:gd name="adj1" fmla="val 8333"/>
              <a:gd name="adj2" fmla="val 51502"/>
            </a:avLst>
          </a:prstGeom>
          <a:noFill/>
          <a:ln w="12700" cap="flat" cmpd="sng" algn="ctr">
            <a:solidFill>
              <a:srgbClr val="0066CB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8605981" y="3465924"/>
            <a:ext cx="1175329" cy="484934"/>
          </a:xfrm>
          <a:prstGeom prst="rect">
            <a:avLst/>
          </a:prstGeom>
          <a:solidFill>
            <a:srgbClr val="F59E1D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风险预警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10307783" y="3114941"/>
            <a:ext cx="1256143" cy="323272"/>
          </a:xfrm>
          <a:prstGeom prst="rect">
            <a:avLst/>
          </a:prstGeom>
          <a:solidFill>
            <a:srgbClr val="F59E1D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资质过期风险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10311490" y="3498114"/>
            <a:ext cx="1256143" cy="323272"/>
          </a:xfrm>
          <a:prstGeom prst="rect">
            <a:avLst/>
          </a:prstGeom>
          <a:solidFill>
            <a:srgbClr val="F59E1D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欠料风险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10321637" y="3878109"/>
            <a:ext cx="1256143" cy="323272"/>
          </a:xfrm>
          <a:prstGeom prst="rect">
            <a:avLst/>
          </a:prstGeom>
          <a:solidFill>
            <a:srgbClr val="F59E1D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跳票风险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左大括号 107"/>
          <p:cNvSpPr/>
          <p:nvPr/>
        </p:nvSpPr>
        <p:spPr>
          <a:xfrm>
            <a:off x="9809022" y="3253511"/>
            <a:ext cx="461816" cy="833583"/>
          </a:xfrm>
          <a:prstGeom prst="leftBrace">
            <a:avLst>
              <a:gd name="adj1" fmla="val 8333"/>
              <a:gd name="adj2" fmla="val 51502"/>
            </a:avLst>
          </a:prstGeom>
          <a:noFill/>
          <a:ln w="12700" cap="flat" cmpd="sng" algn="ctr">
            <a:solidFill>
              <a:srgbClr val="0066CB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1723683" y="5673524"/>
            <a:ext cx="1907309" cy="553998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供应商准入流程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4828307" y="5673524"/>
            <a:ext cx="1907309" cy="553998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询价定标流程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5250870" y="6322294"/>
            <a:ext cx="1169551" cy="230832"/>
          </a:xfrm>
          <a:prstGeom prst="rect">
            <a:avLst/>
          </a:prstGeom>
          <a:noFill/>
        </p:spPr>
        <p:txBody>
          <a:bodyPr wrap="none" lIns="0" tIns="0" rtlCol="0">
            <a:spAutoFit/>
          </a:bodyPr>
          <a:lstStyle/>
          <a:p>
            <a:pPr defTabSz="914400"/>
            <a:r>
              <a:rPr lang="zh-CN" altLang="en-US" sz="12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为满足需求寻源</a:t>
            </a:r>
            <a:endParaRPr lang="zh-CN" altLang="en-US" sz="12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2" name="图文框 111"/>
          <p:cNvSpPr/>
          <p:nvPr/>
        </p:nvSpPr>
        <p:spPr>
          <a:xfrm>
            <a:off x="7504545" y="5617922"/>
            <a:ext cx="618837" cy="609600"/>
          </a:xfrm>
          <a:prstGeom prst="frame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4C4C4C">
                <a:lumMod val="20000"/>
                <a:lumOff val="80000"/>
              </a:srgbClr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 flipH="1">
            <a:off x="7656483" y="5761138"/>
            <a:ext cx="425800" cy="415498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defTabSz="914400"/>
            <a:r>
              <a:rPr lang="zh-CN" altLang="en-US" sz="12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询价定价</a:t>
            </a:r>
            <a:endParaRPr lang="zh-CN" altLang="en-US" sz="12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8268853" y="5294803"/>
            <a:ext cx="1798783" cy="1249117"/>
          </a:xfrm>
          <a:prstGeom prst="rect">
            <a:avLst/>
          </a:prstGeom>
          <a:noFill/>
          <a:ln>
            <a:solidFill>
              <a:srgbClr val="4C4C4C"/>
            </a:solidFill>
            <a:prstDash val="sysDash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8813795" y="5396304"/>
            <a:ext cx="1194961" cy="309418"/>
          </a:xfrm>
          <a:prstGeom prst="rect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0070C0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询价发布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8813795" y="5772687"/>
            <a:ext cx="1194961" cy="309418"/>
          </a:xfrm>
          <a:prstGeom prst="rect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0070C0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供应商报价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8813795" y="6135214"/>
            <a:ext cx="1194961" cy="309418"/>
          </a:xfrm>
          <a:prstGeom prst="rect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0070C0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定价审批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8357529" y="5391655"/>
            <a:ext cx="369914" cy="1066831"/>
          </a:xfrm>
          <a:prstGeom prst="rect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0070C0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配额制定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箭头: 右 118"/>
          <p:cNvSpPr/>
          <p:nvPr/>
        </p:nvSpPr>
        <p:spPr>
          <a:xfrm>
            <a:off x="6844147" y="5911275"/>
            <a:ext cx="554647" cy="115455"/>
          </a:xfrm>
          <a:prstGeom prst="rightArrow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流程图: 接点 119"/>
          <p:cNvSpPr/>
          <p:nvPr/>
        </p:nvSpPr>
        <p:spPr>
          <a:xfrm>
            <a:off x="512617" y="822039"/>
            <a:ext cx="508465" cy="471055"/>
          </a:xfrm>
          <a:prstGeom prst="flowChartConnector">
            <a:avLst/>
          </a:prstGeom>
          <a:solidFill>
            <a:srgbClr val="F59E1D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流程图: 接点 120"/>
          <p:cNvSpPr/>
          <p:nvPr/>
        </p:nvSpPr>
        <p:spPr>
          <a:xfrm>
            <a:off x="807948" y="5692049"/>
            <a:ext cx="508465" cy="471055"/>
          </a:xfrm>
          <a:prstGeom prst="flowChartConnector">
            <a:avLst/>
          </a:prstGeom>
          <a:solidFill>
            <a:srgbClr val="00B050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-US" altLang="zh-CN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流程图: 接点 121"/>
          <p:cNvSpPr/>
          <p:nvPr/>
        </p:nvSpPr>
        <p:spPr>
          <a:xfrm>
            <a:off x="4174371" y="5700919"/>
            <a:ext cx="508465" cy="471055"/>
          </a:xfrm>
          <a:prstGeom prst="flowChartConnector">
            <a:avLst/>
          </a:prstGeom>
          <a:solidFill>
            <a:srgbClr val="F59E1D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流程图: 接点 122"/>
          <p:cNvSpPr/>
          <p:nvPr/>
        </p:nvSpPr>
        <p:spPr>
          <a:xfrm>
            <a:off x="7828050" y="826657"/>
            <a:ext cx="508465" cy="471055"/>
          </a:xfrm>
          <a:prstGeom prst="flowChartConnector">
            <a:avLst/>
          </a:prstGeom>
          <a:solidFill>
            <a:srgbClr val="00B050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en-US" altLang="zh-CN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4104646" y="3019742"/>
            <a:ext cx="1685637" cy="1230872"/>
          </a:xfrm>
          <a:prstGeom prst="rect">
            <a:avLst/>
          </a:prstGeom>
          <a:noFill/>
          <a:ln>
            <a:solidFill>
              <a:srgbClr val="4C4C4C"/>
            </a:solidFill>
            <a:prstDash val="sysDash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4220101" y="3089015"/>
            <a:ext cx="1517649" cy="309418"/>
          </a:xfrm>
          <a:prstGeom prst="rect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0070C0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杠杆型，优化资源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4220100" y="3465398"/>
            <a:ext cx="1517650" cy="309418"/>
          </a:xfrm>
          <a:prstGeom prst="rect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0070C0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战略型，战略联盟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4220100" y="3841781"/>
            <a:ext cx="1517650" cy="309418"/>
          </a:xfrm>
          <a:prstGeom prst="rect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0070C0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一般型，简化管理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4192392" y="4541116"/>
            <a:ext cx="1526336" cy="309418"/>
          </a:xfrm>
          <a:prstGeom prst="rect">
            <a:avLst/>
          </a:prstGeom>
          <a:solidFill>
            <a:srgbClr val="0070C0">
              <a:lumMod val="20000"/>
              <a:lumOff val="80000"/>
            </a:srgbClr>
          </a:solidFill>
          <a:ln>
            <a:solidFill>
              <a:srgbClr val="0070C0"/>
            </a:solidFill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瓶颈型，风险评估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4C4C4C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4106378" y="4456560"/>
            <a:ext cx="1685637" cy="533456"/>
          </a:xfrm>
          <a:prstGeom prst="rect">
            <a:avLst/>
          </a:prstGeom>
          <a:noFill/>
          <a:ln>
            <a:solidFill>
              <a:srgbClr val="4C4C4C"/>
            </a:solidFill>
            <a:prstDash val="sysDash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左大括号 129"/>
          <p:cNvSpPr/>
          <p:nvPr/>
        </p:nvSpPr>
        <p:spPr>
          <a:xfrm>
            <a:off x="3630992" y="3359170"/>
            <a:ext cx="452543" cy="1362481"/>
          </a:xfrm>
          <a:prstGeom prst="leftBrace">
            <a:avLst>
              <a:gd name="adj1" fmla="val 8333"/>
              <a:gd name="adj2" fmla="val 48673"/>
            </a:avLst>
          </a:prstGeom>
          <a:noFill/>
          <a:ln w="19050" cap="flat" cmpd="sng" algn="ctr">
            <a:solidFill>
              <a:srgbClr val="F59E1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31" name="连接符: 肘形 130"/>
          <p:cNvCxnSpPr>
            <a:stCxn id="129" idx="3"/>
            <a:endCxn id="97" idx="2"/>
          </p:cNvCxnSpPr>
          <p:nvPr/>
        </p:nvCxnSpPr>
        <p:spPr>
          <a:xfrm flipV="1">
            <a:off x="5792015" y="4354949"/>
            <a:ext cx="4268694" cy="368339"/>
          </a:xfrm>
          <a:prstGeom prst="bentConnector2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2" name="连接符: 肘形 131"/>
          <p:cNvCxnSpPr>
            <a:stCxn id="90" idx="1"/>
            <a:endCxn id="71" idx="3"/>
          </p:cNvCxnSpPr>
          <p:nvPr/>
        </p:nvCxnSpPr>
        <p:spPr>
          <a:xfrm rot="10800000" flipV="1">
            <a:off x="3625271" y="1457254"/>
            <a:ext cx="523277" cy="1415257"/>
          </a:xfrm>
          <a:prstGeom prst="bentConnector3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3" name="连接符: 肘形 132"/>
          <p:cNvCxnSpPr>
            <a:stCxn id="84" idx="0"/>
            <a:endCxn id="90" idx="3"/>
          </p:cNvCxnSpPr>
          <p:nvPr/>
        </p:nvCxnSpPr>
        <p:spPr>
          <a:xfrm rot="16200000" flipV="1">
            <a:off x="6049583" y="1241856"/>
            <a:ext cx="1081632" cy="1512430"/>
          </a:xfrm>
          <a:prstGeom prst="bentConnector2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4" name="直接箭头连接符 133"/>
          <p:cNvCxnSpPr>
            <a:stCxn id="97" idx="1"/>
          </p:cNvCxnSpPr>
          <p:nvPr/>
        </p:nvCxnSpPr>
        <p:spPr>
          <a:xfrm flipH="1">
            <a:off x="8189432" y="2839003"/>
            <a:ext cx="266458" cy="0"/>
          </a:xfrm>
          <a:prstGeom prst="straightConnector1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S06--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品类资源池功能设计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: 圆角 2"/>
          <p:cNvSpPr/>
          <p:nvPr/>
        </p:nvSpPr>
        <p:spPr bwMode="auto">
          <a:xfrm>
            <a:off x="135415" y="936373"/>
            <a:ext cx="4168559" cy="2370391"/>
          </a:xfrm>
          <a:prstGeom prst="roundRect">
            <a:avLst>
              <a:gd name="adj" fmla="val 0"/>
            </a:avLst>
          </a:prstGeom>
          <a:solidFill>
            <a:srgbClr val="F59E1D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品类资源池</a:t>
            </a:r>
            <a:r>
              <a:rPr kumimoji="0" lang="zh-CN" altLang="en-US" sz="1400" b="0" i="0" u="none" strike="noStrike" kern="0" cap="none" spc="0" normalizeH="0" baseline="0" noProof="1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</a:t>
            </a:r>
            <a:r>
              <a:rPr kumimoji="0" lang="zh-CN" altLang="en-US" sz="1400" b="0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华为方案也提到</a:t>
            </a:r>
            <a:r>
              <a:rPr kumimoji="0" lang="zh-CN" altLang="en-US" sz="1400" b="0" i="0" u="none" strike="noStrike" kern="0" cap="none" spc="0" normalizeH="0" baseline="0" noProof="1">
                <a:ln>
                  <a:noFill/>
                </a:ln>
                <a:solidFill>
                  <a:srgbClr val="4C4C4C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）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矩形: 圆角 3"/>
          <p:cNvSpPr/>
          <p:nvPr/>
        </p:nvSpPr>
        <p:spPr bwMode="auto">
          <a:xfrm>
            <a:off x="135415" y="3564271"/>
            <a:ext cx="1082480" cy="424056"/>
          </a:xfrm>
          <a:prstGeom prst="roundRect">
            <a:avLst/>
          </a:prstGeom>
          <a:solidFill>
            <a:srgbClr val="0070C0">
              <a:lumMod val="20000"/>
              <a:lumOff val="80000"/>
            </a:srgbClr>
          </a:solidFill>
          <a:ln w="12700" cap="flat" cmpd="sng" algn="ctr">
            <a:solidFill>
              <a:srgbClr val="4C4C4C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开始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矩形: 圆角 4"/>
          <p:cNvSpPr/>
          <p:nvPr/>
        </p:nvSpPr>
        <p:spPr bwMode="auto">
          <a:xfrm>
            <a:off x="2933731" y="3560376"/>
            <a:ext cx="1325245" cy="419078"/>
          </a:xfrm>
          <a:prstGeom prst="roundRect">
            <a:avLst/>
          </a:prstGeom>
          <a:solidFill>
            <a:srgbClr val="0070C0">
              <a:lumMod val="20000"/>
              <a:lumOff val="80000"/>
            </a:srgbClr>
          </a:solidFill>
          <a:ln w="12700" cap="flat" cmpd="sng" algn="ctr">
            <a:solidFill>
              <a:srgbClr val="4C4C4C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物料清单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6" name="直接箭头连接符 5"/>
          <p:cNvCxnSpPr>
            <a:stCxn id="4" idx="3"/>
            <a:endCxn id="5" idx="1"/>
          </p:cNvCxnSpPr>
          <p:nvPr/>
        </p:nvCxnSpPr>
        <p:spPr>
          <a:xfrm flipV="1">
            <a:off x="1217895" y="3769915"/>
            <a:ext cx="1715836" cy="6384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" name="文本框 6"/>
          <p:cNvSpPr txBox="1"/>
          <p:nvPr/>
        </p:nvSpPr>
        <p:spPr>
          <a:xfrm>
            <a:off x="1640614" y="346668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1400" dirty="0">
                <a:solidFill>
                  <a:prstClr val="black"/>
                </a:solidFill>
                <a:latin typeface="等线" panose="02010600030101010101" charset="-122"/>
              </a:rPr>
              <a:t>筛选条件</a:t>
            </a:r>
            <a:endParaRPr lang="zh-CN" altLang="en-US" sz="1400" dirty="0">
              <a:solidFill>
                <a:prstClr val="black"/>
              </a:solidFill>
              <a:latin typeface="等线" panose="02010600030101010101" charset="-122"/>
            </a:endParaRPr>
          </a:p>
        </p:txBody>
      </p:sp>
      <p:sp>
        <p:nvSpPr>
          <p:cNvPr id="8" name="矩形: 圆角 7"/>
          <p:cNvSpPr/>
          <p:nvPr/>
        </p:nvSpPr>
        <p:spPr bwMode="auto">
          <a:xfrm>
            <a:off x="5379154" y="1566562"/>
            <a:ext cx="1821746" cy="486658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自动绑定供应商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: 圆角 8"/>
          <p:cNvSpPr/>
          <p:nvPr/>
        </p:nvSpPr>
        <p:spPr bwMode="auto">
          <a:xfrm>
            <a:off x="5379154" y="2577010"/>
            <a:ext cx="1821746" cy="486658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自动绑定价格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: 圆角 9"/>
          <p:cNvSpPr/>
          <p:nvPr/>
        </p:nvSpPr>
        <p:spPr bwMode="auto">
          <a:xfrm>
            <a:off x="5407377" y="3524682"/>
            <a:ext cx="1821746" cy="486659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手动绑定品类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: 圆角 10"/>
          <p:cNvSpPr/>
          <p:nvPr/>
        </p:nvSpPr>
        <p:spPr bwMode="auto">
          <a:xfrm>
            <a:off x="5407378" y="4408938"/>
            <a:ext cx="1821746" cy="486659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自动绑定份额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: 圆角 11"/>
          <p:cNvSpPr/>
          <p:nvPr/>
        </p:nvSpPr>
        <p:spPr bwMode="auto">
          <a:xfrm>
            <a:off x="5407377" y="5297792"/>
            <a:ext cx="1783758" cy="486658"/>
          </a:xfrm>
          <a:prstGeom prst="roundRect">
            <a:avLst/>
          </a:prstGeom>
          <a:solidFill>
            <a:srgbClr val="0066CB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手动绑定采购策略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3" name="连接符: 肘形 12"/>
          <p:cNvCxnSpPr>
            <a:stCxn id="5" idx="3"/>
            <a:endCxn id="8" idx="1"/>
          </p:cNvCxnSpPr>
          <p:nvPr/>
        </p:nvCxnSpPr>
        <p:spPr>
          <a:xfrm flipV="1">
            <a:off x="4258976" y="1809891"/>
            <a:ext cx="1120178" cy="1960024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" name="连接符: 肘形 13"/>
          <p:cNvCxnSpPr>
            <a:stCxn id="5" idx="3"/>
            <a:endCxn id="9" idx="1"/>
          </p:cNvCxnSpPr>
          <p:nvPr/>
        </p:nvCxnSpPr>
        <p:spPr>
          <a:xfrm flipV="1">
            <a:off x="4258976" y="2820339"/>
            <a:ext cx="1120178" cy="94957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连接符: 肘形 14"/>
          <p:cNvCxnSpPr>
            <a:stCxn id="5" idx="3"/>
            <a:endCxn id="11" idx="1"/>
          </p:cNvCxnSpPr>
          <p:nvPr/>
        </p:nvCxnSpPr>
        <p:spPr>
          <a:xfrm>
            <a:off x="4258976" y="3769915"/>
            <a:ext cx="1148402" cy="882353"/>
          </a:xfrm>
          <a:prstGeom prst="bentConnector3">
            <a:avLst>
              <a:gd name="adj1" fmla="val 48894"/>
            </a:avLst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连接符: 肘形 15"/>
          <p:cNvCxnSpPr>
            <a:stCxn id="5" idx="3"/>
            <a:endCxn id="12" idx="1"/>
          </p:cNvCxnSpPr>
          <p:nvPr/>
        </p:nvCxnSpPr>
        <p:spPr>
          <a:xfrm>
            <a:off x="4258976" y="3769915"/>
            <a:ext cx="1148401" cy="1771206"/>
          </a:xfrm>
          <a:prstGeom prst="bentConnector3">
            <a:avLst>
              <a:gd name="adj1" fmla="val 48894"/>
            </a:avLst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矩形: 圆角 16"/>
          <p:cNvSpPr/>
          <p:nvPr/>
        </p:nvSpPr>
        <p:spPr bwMode="auto">
          <a:xfrm>
            <a:off x="7651842" y="1464575"/>
            <a:ext cx="4053686" cy="588645"/>
          </a:xfrm>
          <a:prstGeom prst="roundRect">
            <a:avLst/>
          </a:prstGeom>
          <a:solidFill>
            <a:srgbClr val="D4D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、根据价格信息记录绑定供应商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CCCCCC">
                  <a:lumMod val="10000"/>
                </a:srgbClr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矩形: 圆角 17"/>
          <p:cNvSpPr/>
          <p:nvPr/>
        </p:nvSpPr>
        <p:spPr bwMode="auto">
          <a:xfrm>
            <a:off x="7628980" y="2513505"/>
            <a:ext cx="4053686" cy="577746"/>
          </a:xfrm>
          <a:prstGeom prst="roundRect">
            <a:avLst/>
          </a:prstGeom>
          <a:solidFill>
            <a:srgbClr val="D4D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、按价格信息记录绑定对应供应商的价格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CCCCCC">
                  <a:lumMod val="10000"/>
                </a:srgbClr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矩形: 圆角 18"/>
          <p:cNvSpPr/>
          <p:nvPr/>
        </p:nvSpPr>
        <p:spPr bwMode="auto">
          <a:xfrm>
            <a:off x="7651842" y="3437578"/>
            <a:ext cx="4053686" cy="578017"/>
          </a:xfrm>
          <a:prstGeom prst="roundRect">
            <a:avLst/>
          </a:prstGeom>
          <a:solidFill>
            <a:srgbClr val="D4D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、手动维护该物料对应的品类；</a:t>
            </a:r>
            <a:endParaRPr kumimoji="0" lang="en-US" altLang="zh-CN" sz="1400" b="1" i="0" u="none" strike="noStrike" kern="0" cap="none" spc="0" normalizeH="0" baseline="0" noProof="0">
              <a:ln>
                <a:noFill/>
              </a:ln>
              <a:solidFill>
                <a:srgbClr val="CCCCCC">
                  <a:lumMod val="10000"/>
                </a:srgbClr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、品类级别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L0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、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L1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、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L2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、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L3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，可进行任意级别维护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CCCCC">
                  <a:lumMod val="10000"/>
                </a:srgbClr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" name="矩形: 圆角 19"/>
          <p:cNvSpPr/>
          <p:nvPr/>
        </p:nvSpPr>
        <p:spPr bwMode="auto">
          <a:xfrm>
            <a:off x="7651842" y="4354830"/>
            <a:ext cx="4053686" cy="486659"/>
          </a:xfrm>
          <a:prstGeom prst="roundRect">
            <a:avLst/>
          </a:prstGeom>
          <a:solidFill>
            <a:srgbClr val="D4D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、根据份额管理数据自动绑定到资源池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CCCCC">
                  <a:lumMod val="10000"/>
                </a:srgbClr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1" name="矩形: 圆角 20"/>
          <p:cNvSpPr/>
          <p:nvPr/>
        </p:nvSpPr>
        <p:spPr bwMode="auto">
          <a:xfrm>
            <a:off x="7651843" y="5285995"/>
            <a:ext cx="4053686" cy="551724"/>
          </a:xfrm>
          <a:prstGeom prst="roundRect">
            <a:avLst/>
          </a:prstGeom>
          <a:solidFill>
            <a:srgbClr val="D4D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CCCCCC">
                    <a:lumMod val="10000"/>
                  </a:srgb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、手动维护采购策略进行绑定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CCCCC">
                  <a:lumMod val="10000"/>
                </a:srgbClr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矩形: 圆角 21"/>
          <p:cNvSpPr/>
          <p:nvPr/>
        </p:nvSpPr>
        <p:spPr bwMode="auto">
          <a:xfrm>
            <a:off x="343968" y="1359330"/>
            <a:ext cx="1445394" cy="600139"/>
          </a:xfrm>
          <a:prstGeom prst="roundRect">
            <a:avLst/>
          </a:prstGeom>
          <a:solidFill>
            <a:srgbClr val="0070C0">
              <a:lumMod val="20000"/>
              <a:lumOff val="80000"/>
            </a:srgbClr>
          </a:solidFill>
          <a:ln w="12700" cap="flat" cmpd="sng" algn="ctr">
            <a:solidFill>
              <a:srgbClr val="4C4C4C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物料品类维护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矩形: 圆角 22"/>
          <p:cNvSpPr/>
          <p:nvPr/>
        </p:nvSpPr>
        <p:spPr bwMode="auto">
          <a:xfrm>
            <a:off x="343968" y="2367428"/>
            <a:ext cx="1445392" cy="600139"/>
          </a:xfrm>
          <a:prstGeom prst="roundRect">
            <a:avLst/>
          </a:prstGeom>
          <a:solidFill>
            <a:srgbClr val="0070C0">
              <a:lumMod val="20000"/>
              <a:lumOff val="80000"/>
            </a:srgbClr>
          </a:solidFill>
          <a:ln w="12700" cap="flat" cmpd="sng" algn="ctr">
            <a:solidFill>
              <a:srgbClr val="4C4C4C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关联份额管理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矩形: 圆角 23"/>
          <p:cNvSpPr/>
          <p:nvPr/>
        </p:nvSpPr>
        <p:spPr bwMode="auto">
          <a:xfrm>
            <a:off x="2275709" y="2336947"/>
            <a:ext cx="1879268" cy="668843"/>
          </a:xfrm>
          <a:prstGeom prst="roundRect">
            <a:avLst/>
          </a:prstGeom>
          <a:solidFill>
            <a:srgbClr val="8DC63F">
              <a:lumMod val="20000"/>
              <a:lumOff val="80000"/>
            </a:srgbClr>
          </a:solidFill>
          <a:ln w="12700" cap="flat" cmpd="sng" algn="ctr">
            <a:solidFill>
              <a:srgbClr val="4C4C4C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关联供应商及价格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5" name="矩形: 圆角 24"/>
          <p:cNvSpPr/>
          <p:nvPr/>
        </p:nvSpPr>
        <p:spPr bwMode="auto">
          <a:xfrm>
            <a:off x="135415" y="4318883"/>
            <a:ext cx="4168559" cy="1924957"/>
          </a:xfrm>
          <a:prstGeom prst="roundRect">
            <a:avLst>
              <a:gd name="adj" fmla="val 0"/>
            </a:avLst>
          </a:prstGeom>
          <a:solidFill>
            <a:srgbClr val="F59E1D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其他逻辑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、物料品类未维护，不可进行询报价、招投标等业务；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、物料品类未维护，不可进行份额维护及下单。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26" name="连接符: 肘形 25"/>
          <p:cNvCxnSpPr>
            <a:stCxn id="5" idx="3"/>
            <a:endCxn id="10" idx="1"/>
          </p:cNvCxnSpPr>
          <p:nvPr/>
        </p:nvCxnSpPr>
        <p:spPr>
          <a:xfrm flipV="1">
            <a:off x="4258976" y="3768012"/>
            <a:ext cx="1148401" cy="1903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文本框 26"/>
          <p:cNvSpPr txBox="1"/>
          <p:nvPr/>
        </p:nvSpPr>
        <p:spPr>
          <a:xfrm>
            <a:off x="1814727" y="377145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1400">
                <a:solidFill>
                  <a:prstClr val="black"/>
                </a:solidFill>
                <a:latin typeface="等线" panose="02010600030101010101" charset="-122"/>
              </a:rPr>
              <a:t>品类</a:t>
            </a:r>
            <a:endParaRPr lang="zh-CN" altLang="en-US" sz="1400" dirty="0">
              <a:solidFill>
                <a:prstClr val="black"/>
              </a:solidFill>
              <a:latin typeface="等线" panose="02010600030101010101" charset="-122"/>
            </a:endParaRPr>
          </a:p>
        </p:txBody>
      </p:sp>
      <p:sp>
        <p:nvSpPr>
          <p:cNvPr id="28" name="矩形: 圆角 27"/>
          <p:cNvSpPr/>
          <p:nvPr/>
        </p:nvSpPr>
        <p:spPr bwMode="auto">
          <a:xfrm>
            <a:off x="2275710" y="1359329"/>
            <a:ext cx="1879268" cy="600139"/>
          </a:xfrm>
          <a:prstGeom prst="roundRect">
            <a:avLst/>
          </a:prstGeom>
          <a:solidFill>
            <a:srgbClr val="8DC63F">
              <a:lumMod val="20000"/>
              <a:lumOff val="80000"/>
            </a:srgbClr>
          </a:solidFill>
          <a:ln w="12700" cap="flat" cmpd="sng" algn="ctr">
            <a:solidFill>
              <a:srgbClr val="4C4C4C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</a:rPr>
              <a:t>采购策略类型维护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S06—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成果展示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79678"/>
            <a:ext cx="12192000" cy="592964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S06—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成果展示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31125"/>
            <a:ext cx="12192000" cy="459574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S07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3256546" y="1100655"/>
          <a:ext cx="6625391" cy="4828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S07—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合同管理业务模型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103840" y="980625"/>
            <a:ext cx="9975641" cy="5073984"/>
            <a:chOff x="226" y="283"/>
            <a:chExt cx="15866" cy="8070"/>
          </a:xfrm>
        </p:grpSpPr>
        <p:pic>
          <p:nvPicPr>
            <p:cNvPr id="4" name="图片 3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707" y="2903"/>
              <a:ext cx="7191" cy="435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椭圆 4"/>
            <p:cNvSpPr/>
            <p:nvPr/>
          </p:nvSpPr>
          <p:spPr>
            <a:xfrm>
              <a:off x="2112" y="5098"/>
              <a:ext cx="1005" cy="1005"/>
            </a:xfrm>
            <a:prstGeom prst="ellipse">
              <a:avLst/>
            </a:prstGeom>
            <a:solidFill>
              <a:srgbClr val="A104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3460" y="2494"/>
              <a:ext cx="1005" cy="1005"/>
            </a:xfrm>
            <a:prstGeom prst="ellipse">
              <a:avLst/>
            </a:prstGeom>
            <a:solidFill>
              <a:srgbClr val="A104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5893" y="940"/>
              <a:ext cx="1005" cy="1005"/>
            </a:xfrm>
            <a:prstGeom prst="ellipse">
              <a:avLst/>
            </a:prstGeom>
            <a:solidFill>
              <a:srgbClr val="A104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9137" y="918"/>
              <a:ext cx="1005" cy="1005"/>
            </a:xfrm>
            <a:prstGeom prst="ellipse">
              <a:avLst/>
            </a:prstGeom>
            <a:solidFill>
              <a:srgbClr val="A104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11821" y="2494"/>
              <a:ext cx="1005" cy="1005"/>
            </a:xfrm>
            <a:prstGeom prst="ellipse">
              <a:avLst/>
            </a:prstGeom>
            <a:solidFill>
              <a:srgbClr val="A104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13260" y="5098"/>
              <a:ext cx="1005" cy="1005"/>
            </a:xfrm>
            <a:prstGeom prst="ellipse">
              <a:avLst/>
            </a:prstGeom>
            <a:solidFill>
              <a:srgbClr val="A104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53"/>
            <p:cNvSpPr/>
            <p:nvPr/>
          </p:nvSpPr>
          <p:spPr>
            <a:xfrm>
              <a:off x="2465" y="1226"/>
              <a:ext cx="11547" cy="5774"/>
            </a:xfrm>
            <a:custGeom>
              <a:avLst/>
              <a:gdLst>
                <a:gd name="connsiteX0" fmla="*/ 0 w 11547"/>
                <a:gd name="connsiteY0" fmla="*/ 5774 h 5774"/>
                <a:gd name="connsiteX1" fmla="*/ 5774 w 11547"/>
                <a:gd name="connsiteY1" fmla="*/ 0 h 5774"/>
                <a:gd name="connsiteX2" fmla="*/ 11547 w 11547"/>
                <a:gd name="connsiteY2" fmla="*/ 5774 h 5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47" h="5774">
                  <a:moveTo>
                    <a:pt x="0" y="5774"/>
                  </a:moveTo>
                  <a:cubicBezTo>
                    <a:pt x="0" y="2585"/>
                    <a:pt x="2585" y="0"/>
                    <a:pt x="5774" y="0"/>
                  </a:cubicBezTo>
                  <a:cubicBezTo>
                    <a:pt x="8962" y="0"/>
                    <a:pt x="11547" y="2585"/>
                    <a:pt x="11547" y="5774"/>
                  </a:cubicBezTo>
                </a:path>
              </a:pathLst>
            </a:custGeom>
            <a:noFill/>
            <a:ln>
              <a:solidFill>
                <a:srgbClr val="A10439">
                  <a:alpha val="2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54"/>
            <p:cNvSpPr/>
            <p:nvPr/>
          </p:nvSpPr>
          <p:spPr>
            <a:xfrm rot="20700000">
              <a:off x="3042" y="4145"/>
              <a:ext cx="230" cy="230"/>
            </a:xfrm>
            <a:custGeom>
              <a:avLst/>
              <a:gdLst>
                <a:gd name="connsiteX0" fmla="*/ 0 w 423"/>
                <a:gd name="connsiteY0" fmla="*/ 0 h 423"/>
                <a:gd name="connsiteX1" fmla="*/ 423 w 423"/>
                <a:gd name="connsiteY1" fmla="*/ 0 h 423"/>
                <a:gd name="connsiteX2" fmla="*/ 423 w 423"/>
                <a:gd name="connsiteY2" fmla="*/ 423 h 423"/>
                <a:gd name="connsiteX3" fmla="*/ 0 w 423"/>
                <a:gd name="connsiteY3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" h="423">
                  <a:moveTo>
                    <a:pt x="0" y="0"/>
                  </a:moveTo>
                  <a:lnTo>
                    <a:pt x="423" y="0"/>
                  </a:lnTo>
                  <a:lnTo>
                    <a:pt x="423" y="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04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55"/>
            <p:cNvSpPr/>
            <p:nvPr/>
          </p:nvSpPr>
          <p:spPr>
            <a:xfrm rot="360000">
              <a:off x="4915" y="2114"/>
              <a:ext cx="230" cy="230"/>
            </a:xfrm>
            <a:custGeom>
              <a:avLst/>
              <a:gdLst>
                <a:gd name="connsiteX0" fmla="*/ 0 w 423"/>
                <a:gd name="connsiteY0" fmla="*/ 0 h 423"/>
                <a:gd name="connsiteX1" fmla="*/ 423 w 423"/>
                <a:gd name="connsiteY1" fmla="*/ 0 h 423"/>
                <a:gd name="connsiteX2" fmla="*/ 423 w 423"/>
                <a:gd name="connsiteY2" fmla="*/ 423 h 423"/>
                <a:gd name="connsiteX3" fmla="*/ 0 w 423"/>
                <a:gd name="connsiteY3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" h="423">
                  <a:moveTo>
                    <a:pt x="0" y="0"/>
                  </a:moveTo>
                  <a:lnTo>
                    <a:pt x="423" y="0"/>
                  </a:lnTo>
                  <a:lnTo>
                    <a:pt x="423" y="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04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56"/>
            <p:cNvSpPr/>
            <p:nvPr/>
          </p:nvSpPr>
          <p:spPr>
            <a:xfrm rot="2160000">
              <a:off x="7794" y="1135"/>
              <a:ext cx="230" cy="230"/>
            </a:xfrm>
            <a:custGeom>
              <a:avLst/>
              <a:gdLst>
                <a:gd name="connsiteX0" fmla="*/ 0 w 423"/>
                <a:gd name="connsiteY0" fmla="*/ 0 h 423"/>
                <a:gd name="connsiteX1" fmla="*/ 423 w 423"/>
                <a:gd name="connsiteY1" fmla="*/ 0 h 423"/>
                <a:gd name="connsiteX2" fmla="*/ 423 w 423"/>
                <a:gd name="connsiteY2" fmla="*/ 423 h 423"/>
                <a:gd name="connsiteX3" fmla="*/ 0 w 423"/>
                <a:gd name="connsiteY3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" h="423">
                  <a:moveTo>
                    <a:pt x="0" y="0"/>
                  </a:moveTo>
                  <a:lnTo>
                    <a:pt x="423" y="0"/>
                  </a:lnTo>
                  <a:lnTo>
                    <a:pt x="423" y="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04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57"/>
            <p:cNvSpPr/>
            <p:nvPr/>
          </p:nvSpPr>
          <p:spPr>
            <a:xfrm rot="3960000">
              <a:off x="11002" y="1894"/>
              <a:ext cx="230" cy="230"/>
            </a:xfrm>
            <a:custGeom>
              <a:avLst/>
              <a:gdLst>
                <a:gd name="connsiteX0" fmla="*/ 0 w 423"/>
                <a:gd name="connsiteY0" fmla="*/ 0 h 423"/>
                <a:gd name="connsiteX1" fmla="*/ 423 w 423"/>
                <a:gd name="connsiteY1" fmla="*/ 0 h 423"/>
                <a:gd name="connsiteX2" fmla="*/ 423 w 423"/>
                <a:gd name="connsiteY2" fmla="*/ 423 h 423"/>
                <a:gd name="connsiteX3" fmla="*/ 0 w 423"/>
                <a:gd name="connsiteY3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" h="423">
                  <a:moveTo>
                    <a:pt x="0" y="0"/>
                  </a:moveTo>
                  <a:lnTo>
                    <a:pt x="423" y="0"/>
                  </a:lnTo>
                  <a:lnTo>
                    <a:pt x="423" y="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04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58"/>
            <p:cNvSpPr/>
            <p:nvPr/>
          </p:nvSpPr>
          <p:spPr>
            <a:xfrm rot="5820000">
              <a:off x="13115" y="3998"/>
              <a:ext cx="230" cy="230"/>
            </a:xfrm>
            <a:custGeom>
              <a:avLst/>
              <a:gdLst>
                <a:gd name="connsiteX0" fmla="*/ 0 w 423"/>
                <a:gd name="connsiteY0" fmla="*/ 0 h 423"/>
                <a:gd name="connsiteX1" fmla="*/ 423 w 423"/>
                <a:gd name="connsiteY1" fmla="*/ 0 h 423"/>
                <a:gd name="connsiteX2" fmla="*/ 423 w 423"/>
                <a:gd name="connsiteY2" fmla="*/ 423 h 423"/>
                <a:gd name="connsiteX3" fmla="*/ 0 w 423"/>
                <a:gd name="connsiteY3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" h="423">
                  <a:moveTo>
                    <a:pt x="0" y="0"/>
                  </a:moveTo>
                  <a:lnTo>
                    <a:pt x="423" y="0"/>
                  </a:lnTo>
                  <a:lnTo>
                    <a:pt x="423" y="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04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26" y="5204"/>
              <a:ext cx="1728" cy="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rgbClr val="A10439"/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合同模板</a:t>
              </a:r>
              <a:endParaRPr lang="zh-CN" altLang="en-US" sz="1600" b="1">
                <a:solidFill>
                  <a:srgbClr val="A1043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863" y="2089"/>
              <a:ext cx="1728" cy="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rgbClr val="A10439"/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合同拟制</a:t>
              </a:r>
              <a:endParaRPr lang="zh-CN" altLang="en-US" sz="1600" b="1">
                <a:solidFill>
                  <a:srgbClr val="A1043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780" y="312"/>
              <a:ext cx="1728" cy="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rgbClr val="A10439"/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合同签署</a:t>
              </a:r>
              <a:endParaRPr lang="zh-CN" altLang="en-US" sz="1600" b="1">
                <a:solidFill>
                  <a:srgbClr val="A1043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745" y="283"/>
              <a:ext cx="1728" cy="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rgbClr val="A10439"/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合同履行</a:t>
              </a:r>
              <a:endParaRPr lang="zh-CN" altLang="en-US" sz="1600" b="1">
                <a:solidFill>
                  <a:srgbClr val="A1043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537" y="2088"/>
              <a:ext cx="1728" cy="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rgbClr val="A10439"/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合同变更</a:t>
              </a:r>
              <a:endParaRPr lang="zh-CN" altLang="en-US" sz="1600" b="1">
                <a:solidFill>
                  <a:srgbClr val="A1043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4364" y="5223"/>
              <a:ext cx="1728" cy="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rgbClr val="A10439"/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合同归档</a:t>
              </a:r>
              <a:endParaRPr lang="zh-CN" altLang="en-US" sz="1600" b="1">
                <a:solidFill>
                  <a:srgbClr val="A1043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58" y="3695"/>
              <a:ext cx="1559" cy="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智能范本</a:t>
              </a:r>
              <a:endPara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年度协议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317" y="4995"/>
              <a:ext cx="1955" cy="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合同类型管理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415" y="3952"/>
              <a:ext cx="1629" cy="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相对方信息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522" y="2234"/>
              <a:ext cx="2215" cy="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合同文本管理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1334" y="4913"/>
              <a:ext cx="1880" cy="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合同状态管理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3741" y="3684"/>
              <a:ext cx="1865" cy="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合同档案管理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965" y="1203"/>
              <a:ext cx="1831" cy="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合同进度管理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264" y="379"/>
              <a:ext cx="1530" cy="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线</a:t>
              </a:r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下盖章</a:t>
              </a:r>
              <a:endPara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电子签章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873" y="1379"/>
              <a:ext cx="1562" cy="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合同背景</a:t>
              </a:r>
              <a:endPara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667" y="7423"/>
              <a:ext cx="8086" cy="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全程电子化合同管理平台</a:t>
              </a:r>
              <a:endPara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33" name="图片 32" descr="合同-模板设置"/>
            <p:cNvPicPr>
              <a:picLocks noChangeAspect="1"/>
            </p:cNvPicPr>
            <p:nvPr/>
          </p:nvPicPr>
          <p:blipFill>
            <a:blip r:embed="rId2"/>
            <a:srcRect b="-37488"/>
            <a:stretch>
              <a:fillRect/>
            </a:stretch>
          </p:blipFill>
          <p:spPr>
            <a:xfrm>
              <a:off x="5726" y="3369"/>
              <a:ext cx="5147" cy="4313"/>
            </a:xfrm>
            <a:prstGeom prst="rect">
              <a:avLst/>
            </a:prstGeom>
          </p:spPr>
        </p:pic>
        <p:pic>
          <p:nvPicPr>
            <p:cNvPr id="34" name="图片 78" descr="合伙人合同管理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04" y="5290"/>
              <a:ext cx="624" cy="624"/>
            </a:xfrm>
            <a:prstGeom prst="rect">
              <a:avLst/>
            </a:prstGeom>
          </p:spPr>
        </p:pic>
        <p:pic>
          <p:nvPicPr>
            <p:cNvPr id="35" name="图片 79" descr="利用：土地有偿合同签订%0D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582" y="2653"/>
              <a:ext cx="762" cy="762"/>
            </a:xfrm>
            <a:prstGeom prst="rect">
              <a:avLst/>
            </a:prstGeom>
          </p:spPr>
        </p:pic>
        <p:pic>
          <p:nvPicPr>
            <p:cNvPr id="36" name="图片 80" descr="协议签署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37" y="1159"/>
              <a:ext cx="648" cy="648"/>
            </a:xfrm>
            <a:prstGeom prst="rect">
              <a:avLst/>
            </a:prstGeom>
          </p:spPr>
        </p:pic>
        <p:pic>
          <p:nvPicPr>
            <p:cNvPr id="37" name="图片 81" descr="合同履行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342" y="1122"/>
              <a:ext cx="595" cy="595"/>
            </a:xfrm>
            <a:prstGeom prst="rect">
              <a:avLst/>
            </a:prstGeom>
          </p:spPr>
        </p:pic>
        <p:pic>
          <p:nvPicPr>
            <p:cNvPr id="38" name="图片 82" descr="AboutChange-n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030" y="2693"/>
              <a:ext cx="578" cy="578"/>
            </a:xfrm>
            <a:prstGeom prst="rect">
              <a:avLst/>
            </a:prstGeom>
          </p:spPr>
        </p:pic>
        <p:pic>
          <p:nvPicPr>
            <p:cNvPr id="39" name="图片 83" descr="归档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3504" y="5355"/>
              <a:ext cx="522" cy="52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S07—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合同管理流程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流程图: 文档 2"/>
          <p:cNvSpPr/>
          <p:nvPr/>
        </p:nvSpPr>
        <p:spPr>
          <a:xfrm>
            <a:off x="169329" y="2596447"/>
            <a:ext cx="1298222" cy="750710"/>
          </a:xfrm>
          <a:prstGeom prst="flowChartDocumen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根据采购订单创建合同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流程图: 文档 3"/>
          <p:cNvSpPr/>
          <p:nvPr/>
        </p:nvSpPr>
        <p:spPr>
          <a:xfrm>
            <a:off x="169329" y="3776137"/>
            <a:ext cx="1298222" cy="750710"/>
          </a:xfrm>
          <a:prstGeom prst="flowChartDocumen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手工创建合同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67490" y="3190080"/>
            <a:ext cx="1225763" cy="6368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创建合同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箭头: 下 5"/>
          <p:cNvSpPr/>
          <p:nvPr/>
        </p:nvSpPr>
        <p:spPr>
          <a:xfrm rot="14580000">
            <a:off x="1820562" y="3484668"/>
            <a:ext cx="459750" cy="819042"/>
          </a:xfrm>
          <a:prstGeom prst="downArrow">
            <a:avLst/>
          </a:prstGeom>
          <a:solidFill>
            <a:srgbClr val="F59E1D">
              <a:lumMod val="75000"/>
            </a:srgbClr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箭头: 右 6"/>
          <p:cNvSpPr/>
          <p:nvPr/>
        </p:nvSpPr>
        <p:spPr>
          <a:xfrm rot="1800000">
            <a:off x="1576246" y="2806792"/>
            <a:ext cx="948383" cy="446554"/>
          </a:xfrm>
          <a:prstGeom prst="rightArrow">
            <a:avLst/>
          </a:prstGeom>
          <a:solidFill>
            <a:srgbClr val="BCA070"/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61421" y="3190080"/>
            <a:ext cx="1225763" cy="6368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合同审批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55352" y="3192901"/>
            <a:ext cx="1225763" cy="6368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合同签订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664019" y="3193758"/>
            <a:ext cx="1225763" cy="6368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合同履约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272686" y="3190080"/>
            <a:ext cx="1225763" cy="6368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合同关闭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796908" y="3194725"/>
            <a:ext cx="1225763" cy="6368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合同归档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箭头: V 形 12"/>
          <p:cNvSpPr/>
          <p:nvPr/>
        </p:nvSpPr>
        <p:spPr>
          <a:xfrm>
            <a:off x="169329" y="778928"/>
            <a:ext cx="5264870" cy="553155"/>
          </a:xfrm>
          <a:prstGeom prst="chevron">
            <a:avLst/>
          </a:prstGeom>
          <a:solidFill>
            <a:srgbClr val="F59E1D">
              <a:lumMod val="75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合同发起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箭头: V 形 13"/>
          <p:cNvSpPr/>
          <p:nvPr/>
        </p:nvSpPr>
        <p:spPr>
          <a:xfrm>
            <a:off x="5434199" y="772919"/>
            <a:ext cx="2182978" cy="553154"/>
          </a:xfrm>
          <a:prstGeom prst="chevron">
            <a:avLst/>
          </a:prstGeom>
          <a:solidFill>
            <a:srgbClr val="F59E1D">
              <a:lumMod val="75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合同签订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733002" y="1719876"/>
            <a:ext cx="866449" cy="1016158"/>
            <a:chOff x="4846493" y="1767266"/>
            <a:chExt cx="866449" cy="101615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 cstate="print">
              <a:duotone>
                <a:srgbClr val="8DC63F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7492" y="1767266"/>
              <a:ext cx="618809" cy="618809"/>
            </a:xfrm>
            <a:prstGeom prst="rect">
              <a:avLst/>
            </a:prstGeom>
            <a:ln w="28575">
              <a:solidFill>
                <a:srgbClr val="7EAE3B"/>
              </a:solidFill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4846493" y="2460259"/>
              <a:ext cx="866449" cy="323165"/>
            </a:xfrm>
            <a:prstGeom prst="rect">
              <a:avLst/>
            </a:prstGeom>
            <a:noFill/>
          </p:spPr>
          <p:txBody>
            <a:bodyPr wrap="square" lIns="0" t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4C4C4C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</a:rPr>
                <a:t>契约锁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18" name="弧形 17"/>
          <p:cNvSpPr/>
          <p:nvPr/>
        </p:nvSpPr>
        <p:spPr>
          <a:xfrm>
            <a:off x="4508371" y="2095029"/>
            <a:ext cx="1938787" cy="2057301"/>
          </a:xfrm>
          <a:prstGeom prst="arc">
            <a:avLst/>
          </a:prstGeom>
          <a:noFill/>
          <a:ln w="57150" cap="flat" cmpd="sng" algn="ctr">
            <a:solidFill>
              <a:srgbClr val="8DC63F">
                <a:lumMod val="75000"/>
              </a:srgbClr>
            </a:solidFill>
            <a:prstDash val="sysDash"/>
            <a:miter lim="800000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4C4C4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箭头: V 形 18"/>
          <p:cNvSpPr/>
          <p:nvPr/>
        </p:nvSpPr>
        <p:spPr>
          <a:xfrm>
            <a:off x="7617177" y="772919"/>
            <a:ext cx="2678290" cy="553154"/>
          </a:xfrm>
          <a:prstGeom prst="chevron">
            <a:avLst/>
          </a:prstGeom>
          <a:solidFill>
            <a:srgbClr val="F59E1D">
              <a:lumMod val="75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合同履约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箭头: V 形 19"/>
          <p:cNvSpPr/>
          <p:nvPr/>
        </p:nvSpPr>
        <p:spPr>
          <a:xfrm>
            <a:off x="10203757" y="772919"/>
            <a:ext cx="1988243" cy="553154"/>
          </a:xfrm>
          <a:prstGeom prst="chevron">
            <a:avLst/>
          </a:prstGeom>
          <a:solidFill>
            <a:srgbClr val="F59E1D">
              <a:lumMod val="75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合同归档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箭头连接符 20"/>
          <p:cNvCxnSpPr>
            <a:stCxn id="5" idx="3"/>
            <a:endCxn id="8" idx="1"/>
          </p:cNvCxnSpPr>
          <p:nvPr/>
        </p:nvCxnSpPr>
        <p:spPr>
          <a:xfrm>
            <a:off x="3893253" y="3508509"/>
            <a:ext cx="468168" cy="0"/>
          </a:xfrm>
          <a:prstGeom prst="straightConnector1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直接箭头连接符 21"/>
          <p:cNvCxnSpPr>
            <a:stCxn id="8" idx="3"/>
            <a:endCxn id="9" idx="1"/>
          </p:cNvCxnSpPr>
          <p:nvPr/>
        </p:nvCxnSpPr>
        <p:spPr>
          <a:xfrm>
            <a:off x="5587184" y="3508509"/>
            <a:ext cx="468168" cy="2821"/>
          </a:xfrm>
          <a:prstGeom prst="straightConnector1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直接箭头连接符 22"/>
          <p:cNvCxnSpPr>
            <a:stCxn id="9" idx="3"/>
            <a:endCxn id="10" idx="1"/>
          </p:cNvCxnSpPr>
          <p:nvPr/>
        </p:nvCxnSpPr>
        <p:spPr>
          <a:xfrm>
            <a:off x="7281115" y="3511330"/>
            <a:ext cx="382904" cy="857"/>
          </a:xfrm>
          <a:prstGeom prst="straightConnector1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4" name="直接箭头连接符 23"/>
          <p:cNvCxnSpPr>
            <a:stCxn id="10" idx="3"/>
            <a:endCxn id="11" idx="1"/>
          </p:cNvCxnSpPr>
          <p:nvPr/>
        </p:nvCxnSpPr>
        <p:spPr>
          <a:xfrm flipV="1">
            <a:off x="8889782" y="3508509"/>
            <a:ext cx="382904" cy="3678"/>
          </a:xfrm>
          <a:prstGeom prst="straightConnector1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" name="直接箭头连接符 24"/>
          <p:cNvCxnSpPr>
            <a:stCxn id="11" idx="3"/>
            <a:endCxn id="12" idx="1"/>
          </p:cNvCxnSpPr>
          <p:nvPr/>
        </p:nvCxnSpPr>
        <p:spPr>
          <a:xfrm>
            <a:off x="10498449" y="3508509"/>
            <a:ext cx="298459" cy="4645"/>
          </a:xfrm>
          <a:prstGeom prst="straightConnector1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" name="文本框 25"/>
          <p:cNvSpPr txBox="1"/>
          <p:nvPr/>
        </p:nvSpPr>
        <p:spPr>
          <a:xfrm>
            <a:off x="2050437" y="4526847"/>
            <a:ext cx="1689322" cy="907941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defTabSz="914400"/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支持多种合同类型：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/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一般合同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/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订单合同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/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年度协议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32384" y="3921098"/>
            <a:ext cx="1275576" cy="481569"/>
            <a:chOff x="2532384" y="3921098"/>
            <a:chExt cx="1275576" cy="481569"/>
          </a:xfrm>
        </p:grpSpPr>
        <p:cxnSp>
          <p:nvCxnSpPr>
            <p:cNvPr id="28" name="直接连接符 27"/>
            <p:cNvCxnSpPr/>
            <p:nvPr/>
          </p:nvCxnSpPr>
          <p:spPr>
            <a:xfrm flipH="1">
              <a:off x="3487922" y="3921098"/>
              <a:ext cx="320038" cy="481569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29" name="直接连接符 28"/>
            <p:cNvCxnSpPr/>
            <p:nvPr/>
          </p:nvCxnSpPr>
          <p:spPr>
            <a:xfrm>
              <a:off x="2532384" y="4389967"/>
              <a:ext cx="968238" cy="0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  <a:headEnd type="diamond"/>
            </a:ln>
            <a:effectLst/>
          </p:spPr>
        </p:cxnSp>
      </p:grpSp>
      <p:sp>
        <p:nvSpPr>
          <p:cNvPr id="30" name="文本框 29"/>
          <p:cNvSpPr txBox="1"/>
          <p:nvPr/>
        </p:nvSpPr>
        <p:spPr>
          <a:xfrm>
            <a:off x="3965646" y="4521174"/>
            <a:ext cx="1459847" cy="261610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defTabSz="914400"/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对接</a:t>
            </a:r>
            <a:r>
              <a:rPr lang="en-US" altLang="zh-CN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OA</a:t>
            </a:r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平台审批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755072" y="4526847"/>
            <a:ext cx="1459847" cy="477054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defTabSz="914400"/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海天，供应商均可进行电子签章；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40806" y="4549930"/>
            <a:ext cx="1459847" cy="907941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defTabSz="914400"/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合同执行跟踪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/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付款计划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/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付款提醒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/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供应商协同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38602" y="4557495"/>
            <a:ext cx="1459847" cy="477054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defTabSz="914400"/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合同验收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/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合同关闭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562825" y="4542298"/>
            <a:ext cx="952804" cy="261610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defTabSz="914400"/>
            <a:r>
              <a:rPr lang="zh-CN" altLang="en-US" sz="140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合同归档</a:t>
            </a:r>
            <a:endParaRPr lang="en-US" altLang="zh-CN" sz="140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4078639" y="3894189"/>
            <a:ext cx="1275576" cy="481569"/>
            <a:chOff x="2532384" y="3921098"/>
            <a:chExt cx="1275576" cy="481569"/>
          </a:xfrm>
        </p:grpSpPr>
        <p:cxnSp>
          <p:nvCxnSpPr>
            <p:cNvPr id="36" name="直接连接符 35"/>
            <p:cNvCxnSpPr/>
            <p:nvPr/>
          </p:nvCxnSpPr>
          <p:spPr>
            <a:xfrm flipH="1">
              <a:off x="3487922" y="3921098"/>
              <a:ext cx="320038" cy="481569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37" name="直接连接符 36"/>
            <p:cNvCxnSpPr/>
            <p:nvPr/>
          </p:nvCxnSpPr>
          <p:spPr>
            <a:xfrm>
              <a:off x="2532384" y="4389967"/>
              <a:ext cx="968238" cy="0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  <a:headEnd type="diamond"/>
            </a:ln>
            <a:effectLst/>
          </p:spPr>
        </p:cxnSp>
      </p:grpSp>
      <p:grpSp>
        <p:nvGrpSpPr>
          <p:cNvPr id="38" name="组合 37"/>
          <p:cNvGrpSpPr/>
          <p:nvPr/>
        </p:nvGrpSpPr>
        <p:grpSpPr>
          <a:xfrm>
            <a:off x="5828331" y="3881489"/>
            <a:ext cx="1275576" cy="481569"/>
            <a:chOff x="2532384" y="3921098"/>
            <a:chExt cx="1275576" cy="481569"/>
          </a:xfrm>
        </p:grpSpPr>
        <p:cxnSp>
          <p:nvCxnSpPr>
            <p:cNvPr id="39" name="直接连接符 38"/>
            <p:cNvCxnSpPr/>
            <p:nvPr/>
          </p:nvCxnSpPr>
          <p:spPr>
            <a:xfrm flipH="1">
              <a:off x="3487922" y="3921098"/>
              <a:ext cx="320038" cy="481569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40" name="直接连接符 39"/>
            <p:cNvCxnSpPr/>
            <p:nvPr/>
          </p:nvCxnSpPr>
          <p:spPr>
            <a:xfrm>
              <a:off x="2532384" y="4389967"/>
              <a:ext cx="968238" cy="0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  <a:headEnd type="diamond"/>
            </a:ln>
            <a:effectLst/>
          </p:spPr>
        </p:cxnSp>
      </p:grpSp>
      <p:grpSp>
        <p:nvGrpSpPr>
          <p:cNvPr id="41" name="组合 40"/>
          <p:cNvGrpSpPr/>
          <p:nvPr/>
        </p:nvGrpSpPr>
        <p:grpSpPr>
          <a:xfrm>
            <a:off x="7452986" y="3881489"/>
            <a:ext cx="1275576" cy="481569"/>
            <a:chOff x="2532384" y="3921098"/>
            <a:chExt cx="1275576" cy="481569"/>
          </a:xfrm>
        </p:grpSpPr>
        <p:cxnSp>
          <p:nvCxnSpPr>
            <p:cNvPr id="42" name="直接连接符 41"/>
            <p:cNvCxnSpPr/>
            <p:nvPr/>
          </p:nvCxnSpPr>
          <p:spPr>
            <a:xfrm flipH="1">
              <a:off x="3487922" y="3921098"/>
              <a:ext cx="320038" cy="481569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43" name="直接连接符 42"/>
            <p:cNvCxnSpPr/>
            <p:nvPr/>
          </p:nvCxnSpPr>
          <p:spPr>
            <a:xfrm>
              <a:off x="2532384" y="4389967"/>
              <a:ext cx="968238" cy="0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  <a:headEnd type="diamond"/>
            </a:ln>
            <a:effectLst/>
          </p:spPr>
        </p:cxnSp>
      </p:grpSp>
      <p:grpSp>
        <p:nvGrpSpPr>
          <p:cNvPr id="44" name="组合 43"/>
          <p:cNvGrpSpPr/>
          <p:nvPr/>
        </p:nvGrpSpPr>
        <p:grpSpPr>
          <a:xfrm>
            <a:off x="9046312" y="3881489"/>
            <a:ext cx="1275576" cy="481569"/>
            <a:chOff x="2532384" y="3921098"/>
            <a:chExt cx="1275576" cy="481569"/>
          </a:xfrm>
        </p:grpSpPr>
        <p:cxnSp>
          <p:nvCxnSpPr>
            <p:cNvPr id="45" name="直接连接符 44"/>
            <p:cNvCxnSpPr/>
            <p:nvPr/>
          </p:nvCxnSpPr>
          <p:spPr>
            <a:xfrm flipH="1">
              <a:off x="3487922" y="3921098"/>
              <a:ext cx="320038" cy="481569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46" name="直接连接符 45"/>
            <p:cNvCxnSpPr/>
            <p:nvPr/>
          </p:nvCxnSpPr>
          <p:spPr>
            <a:xfrm>
              <a:off x="2532384" y="4389967"/>
              <a:ext cx="968238" cy="0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  <a:headEnd type="diamond"/>
            </a:ln>
            <a:effectLst/>
          </p:spPr>
        </p:cxnSp>
      </p:grpSp>
      <p:grpSp>
        <p:nvGrpSpPr>
          <p:cNvPr id="47" name="组合 46"/>
          <p:cNvGrpSpPr/>
          <p:nvPr/>
        </p:nvGrpSpPr>
        <p:grpSpPr>
          <a:xfrm>
            <a:off x="10560090" y="3894189"/>
            <a:ext cx="1275576" cy="481569"/>
            <a:chOff x="2532384" y="3921098"/>
            <a:chExt cx="1275576" cy="481569"/>
          </a:xfrm>
        </p:grpSpPr>
        <p:cxnSp>
          <p:nvCxnSpPr>
            <p:cNvPr id="48" name="直接连接符 47"/>
            <p:cNvCxnSpPr/>
            <p:nvPr/>
          </p:nvCxnSpPr>
          <p:spPr>
            <a:xfrm flipH="1">
              <a:off x="3487922" y="3921098"/>
              <a:ext cx="320038" cy="481569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</a:ln>
            <a:effectLst/>
          </p:spPr>
        </p:cxnSp>
        <p:cxnSp>
          <p:nvCxnSpPr>
            <p:cNvPr id="49" name="直接连接符 48"/>
            <p:cNvCxnSpPr/>
            <p:nvPr/>
          </p:nvCxnSpPr>
          <p:spPr>
            <a:xfrm>
              <a:off x="2532384" y="4389967"/>
              <a:ext cx="968238" cy="0"/>
            </a:xfrm>
            <a:prstGeom prst="line">
              <a:avLst/>
            </a:prstGeom>
            <a:noFill/>
            <a:ln w="28575" cap="flat" cmpd="sng" algn="ctr">
              <a:solidFill>
                <a:srgbClr val="F59E1D"/>
              </a:solidFill>
              <a:prstDash val="solid"/>
              <a:miter lim="800000"/>
              <a:headEnd type="diamond"/>
            </a:ln>
            <a:effectLst/>
          </p:spPr>
        </p:cxnSp>
      </p:grpSp>
      <p:sp>
        <p:nvSpPr>
          <p:cNvPr id="50" name="文本框 49"/>
          <p:cNvSpPr txBox="1"/>
          <p:nvPr/>
        </p:nvSpPr>
        <p:spPr>
          <a:xfrm>
            <a:off x="293845" y="5523583"/>
            <a:ext cx="5675646" cy="827791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b="1">
                <a:solidFill>
                  <a:srgbClr val="0066CB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</a:rPr>
              <a:t>支持不同类型合同：一般合同、订单合同、年度协议；</a:t>
            </a:r>
            <a:endParaRPr lang="en-US" altLang="zh-CN" sz="1800" b="1">
              <a:solidFill>
                <a:srgbClr val="0066CB">
                  <a:lumMod val="75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b="1">
                <a:solidFill>
                  <a:srgbClr val="0066CB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</a:rPr>
              <a:t>根据合同类型灵活选择流程；</a:t>
            </a:r>
            <a:endParaRPr lang="en-US" altLang="zh-CN" sz="1800" b="1">
              <a:solidFill>
                <a:srgbClr val="0066CB">
                  <a:lumMod val="75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665203" y="1833042"/>
            <a:ext cx="1225763" cy="636857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zh-CN" altLang="en-US" sz="16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财务共享</a:t>
            </a:r>
            <a:endParaRPr lang="zh-CN" altLang="en-US" sz="16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2" name="连接符: 肘形 51"/>
          <p:cNvCxnSpPr>
            <a:stCxn id="9" idx="0"/>
            <a:endCxn id="51" idx="1"/>
          </p:cNvCxnSpPr>
          <p:nvPr/>
        </p:nvCxnSpPr>
        <p:spPr>
          <a:xfrm rot="5400000" flipH="1" flipV="1">
            <a:off x="6646003" y="2173702"/>
            <a:ext cx="1041430" cy="996969"/>
          </a:xfrm>
          <a:prstGeom prst="bentConnector2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3" name="文本框 52"/>
          <p:cNvSpPr txBox="1"/>
          <p:nvPr/>
        </p:nvSpPr>
        <p:spPr>
          <a:xfrm>
            <a:off x="9453128" y="2021477"/>
            <a:ext cx="1045321" cy="323165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defTabSz="914400"/>
            <a:r>
              <a:rPr lang="zh-CN" altLang="en-US" sz="1800" b="1">
                <a:solidFill>
                  <a:srgbClr val="0066CB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</a:rPr>
              <a:t>发起预付</a:t>
            </a:r>
            <a:endParaRPr lang="zh-CN" altLang="en-US" sz="1800" b="1" dirty="0">
              <a:solidFill>
                <a:srgbClr val="0066CB">
                  <a:lumMod val="75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4" name="箭头: 右 53"/>
          <p:cNvSpPr/>
          <p:nvPr/>
        </p:nvSpPr>
        <p:spPr>
          <a:xfrm>
            <a:off x="9017733" y="2029888"/>
            <a:ext cx="351471" cy="261330"/>
          </a:xfrm>
          <a:prstGeom prst="rightArrow">
            <a:avLst/>
          </a:prstGeom>
          <a:solidFill>
            <a:srgbClr val="92D050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endParaRPr lang="zh-CN" altLang="en-US" sz="1200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160020" y="5534466"/>
            <a:ext cx="5675646" cy="827791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b="1">
                <a:solidFill>
                  <a:srgbClr val="0066CB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</a:rPr>
              <a:t>合同模块与订单模块集成，实现合同全过程跟踪处理；</a:t>
            </a:r>
            <a:endParaRPr lang="en-US" altLang="zh-CN" sz="1800" b="1">
              <a:solidFill>
                <a:srgbClr val="0066CB">
                  <a:lumMod val="75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b="1">
                <a:solidFill>
                  <a:srgbClr val="0066CB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</a:rPr>
              <a:t>合同签订生效后，同步财务共享平台，发起预付申请；</a:t>
            </a:r>
            <a:endParaRPr lang="en-US" altLang="zh-CN" sz="1800" b="1">
              <a:solidFill>
                <a:srgbClr val="0066CB">
                  <a:lumMod val="75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S07—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成果展示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28" y="476673"/>
            <a:ext cx="12097344" cy="57606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S08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3256546" y="1100655"/>
          <a:ext cx="6625391" cy="4828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S08—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财务结算业务模型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形 2" descr="发送 纯色填充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5155" y="2047876"/>
            <a:ext cx="914400" cy="914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2800" y="1158078"/>
            <a:ext cx="2108200" cy="415498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algn="ctr" defTabSz="914400"/>
            <a:r>
              <a:rPr lang="zh-CN" altLang="en-US" b="1">
                <a:solidFill>
                  <a:srgbClr val="CCCCCC">
                    <a:lumMod val="10000"/>
                  </a:srgbClr>
                </a:solidFill>
                <a:latin typeface="Arial" panose="020B0604020202020204"/>
                <a:ea typeface="微软雅黑" panose="020B0503020204020204" charset="-122"/>
              </a:rPr>
              <a:t>快速协同核对</a:t>
            </a:r>
            <a:endParaRPr lang="zh-CN" altLang="en-US" b="1" dirty="0">
              <a:solidFill>
                <a:srgbClr val="CCCCCC">
                  <a:lumMod val="10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箭头: 右 4"/>
          <p:cNvSpPr/>
          <p:nvPr/>
        </p:nvSpPr>
        <p:spPr>
          <a:xfrm>
            <a:off x="2921000" y="978477"/>
            <a:ext cx="914400" cy="774700"/>
          </a:xfrm>
          <a:prstGeom prst="rightArrow">
            <a:avLst/>
          </a:prstGeom>
          <a:solidFill>
            <a:srgbClr val="CCC1DA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zh-CN" altLang="en-US" sz="1800" b="1" kern="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对账</a:t>
            </a:r>
            <a:endParaRPr lang="zh-CN" altLang="en-US" sz="1800" b="1" kern="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76618" y="1021067"/>
            <a:ext cx="1225763" cy="636857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SAP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收货凭证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18199" y="1021067"/>
            <a:ext cx="1333501" cy="6368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供应商创建对账单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569202" y="1021067"/>
            <a:ext cx="1333501" cy="6368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录入结算价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220205" y="1021067"/>
            <a:ext cx="1333501" cy="6368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校验财务核算价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927600" y="2624038"/>
            <a:ext cx="1168400" cy="636857"/>
          </a:xfrm>
          <a:prstGeom prst="rect">
            <a:avLst/>
          </a:prstGeom>
          <a:solidFill>
            <a:srgbClr val="BCA070"/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开具实物发票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形 10" descr="数学 纯色填充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756" y="3130551"/>
            <a:ext cx="914400" cy="9144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46155" y="2126454"/>
            <a:ext cx="2108200" cy="415498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algn="ctr" defTabSz="914400"/>
            <a:r>
              <a:rPr lang="zh-CN" altLang="en-US" b="1">
                <a:solidFill>
                  <a:srgbClr val="CCCCCC">
                    <a:lumMod val="10000"/>
                  </a:srgbClr>
                </a:solidFill>
                <a:latin typeface="Arial" panose="020B0604020202020204"/>
                <a:ea typeface="微软雅黑" panose="020B0503020204020204" charset="-122"/>
              </a:rPr>
              <a:t>提升对账效率</a:t>
            </a:r>
            <a:endParaRPr lang="zh-CN" altLang="en-US" b="1" dirty="0">
              <a:solidFill>
                <a:srgbClr val="CCCCCC">
                  <a:lumMod val="10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pic>
        <p:nvPicPr>
          <p:cNvPr id="13" name="图形 12" descr="飞机 纯色填充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22" y="1009650"/>
            <a:ext cx="914400" cy="9144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946155" y="3145574"/>
            <a:ext cx="1873245" cy="415498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algn="ctr" defTabSz="914400"/>
            <a:r>
              <a:rPr lang="zh-CN" altLang="en-US" b="1">
                <a:solidFill>
                  <a:srgbClr val="CCCCCC">
                    <a:lumMod val="10000"/>
                  </a:srgbClr>
                </a:solidFill>
                <a:latin typeface="Arial" panose="020B0604020202020204"/>
                <a:ea typeface="微软雅黑" panose="020B0503020204020204" charset="-122"/>
              </a:rPr>
              <a:t>降低出错率</a:t>
            </a:r>
            <a:endParaRPr lang="zh-CN" altLang="en-US" b="1" dirty="0">
              <a:solidFill>
                <a:srgbClr val="CCCCCC">
                  <a:lumMod val="10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pic>
        <p:nvPicPr>
          <p:cNvPr id="15" name="图形 14" descr="书籍 纯色填充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08" y="4399572"/>
            <a:ext cx="914400" cy="9144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636908" y="2624038"/>
            <a:ext cx="1168400" cy="6368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提交发票编号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143255" y="2624038"/>
            <a:ext cx="1168400" cy="636857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SAP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预制发票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cxnSp>
        <p:nvCxnSpPr>
          <p:cNvPr id="18" name="肘形连接符 19"/>
          <p:cNvCxnSpPr>
            <a:stCxn id="20" idx="2"/>
            <a:endCxn id="17" idx="0"/>
          </p:cNvCxnSpPr>
          <p:nvPr/>
        </p:nvCxnSpPr>
        <p:spPr>
          <a:xfrm rot="5400000">
            <a:off x="7112475" y="-1652626"/>
            <a:ext cx="891644" cy="7661684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9" name="组合 18"/>
          <p:cNvGrpSpPr/>
          <p:nvPr/>
        </p:nvGrpSpPr>
        <p:grpSpPr>
          <a:xfrm>
            <a:off x="10969524" y="889578"/>
            <a:ext cx="895114" cy="842816"/>
            <a:chOff x="3348072" y="2537354"/>
            <a:chExt cx="895114" cy="783316"/>
          </a:xfrm>
          <a:solidFill>
            <a:srgbClr val="0066CB">
              <a:lumMod val="60000"/>
              <a:lumOff val="40000"/>
            </a:srgbClr>
          </a:solidFill>
        </p:grpSpPr>
        <p:sp>
          <p:nvSpPr>
            <p:cNvPr id="20" name="菱形 19"/>
            <p:cNvSpPr/>
            <p:nvPr/>
          </p:nvSpPr>
          <p:spPr>
            <a:xfrm>
              <a:off x="3348072" y="2537354"/>
              <a:ext cx="839229" cy="783316"/>
            </a:xfrm>
            <a:prstGeom prst="diamond">
              <a:avLst/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121900" tIns="60950" rIns="121900" bIns="6095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363438" y="2836503"/>
              <a:ext cx="879748" cy="214536"/>
            </a:xfrm>
            <a:prstGeom prst="rect">
              <a:avLst/>
            </a:prstGeom>
            <a:noFill/>
          </p:spPr>
          <p:txBody>
            <a:bodyPr wrap="square" lIns="0" t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通过</a:t>
              </a:r>
              <a:endPara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22" name="直接箭头连接符 21"/>
          <p:cNvCxnSpPr/>
          <p:nvPr/>
        </p:nvCxnSpPr>
        <p:spPr>
          <a:xfrm>
            <a:off x="5502381" y="1339495"/>
            <a:ext cx="415818" cy="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直接箭头连接符 22"/>
          <p:cNvCxnSpPr>
            <a:stCxn id="7" idx="3"/>
            <a:endCxn id="8" idx="1"/>
          </p:cNvCxnSpPr>
          <p:nvPr/>
        </p:nvCxnSpPr>
        <p:spPr>
          <a:xfrm>
            <a:off x="7251700" y="1339496"/>
            <a:ext cx="317502" cy="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4" name="直接箭头连接符 23"/>
          <p:cNvCxnSpPr>
            <a:stCxn id="8" idx="3"/>
            <a:endCxn id="9" idx="1"/>
          </p:cNvCxnSpPr>
          <p:nvPr/>
        </p:nvCxnSpPr>
        <p:spPr>
          <a:xfrm>
            <a:off x="8902703" y="1339496"/>
            <a:ext cx="317502" cy="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" name="直接箭头连接符 24"/>
          <p:cNvCxnSpPr>
            <a:stCxn id="9" idx="3"/>
            <a:endCxn id="21" idx="1"/>
          </p:cNvCxnSpPr>
          <p:nvPr/>
        </p:nvCxnSpPr>
        <p:spPr>
          <a:xfrm flipV="1">
            <a:off x="10553706" y="1326866"/>
            <a:ext cx="431184" cy="1263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" name="肘形连接符 19"/>
          <p:cNvCxnSpPr>
            <a:stCxn id="20" idx="0"/>
            <a:endCxn id="8" idx="0"/>
          </p:cNvCxnSpPr>
          <p:nvPr/>
        </p:nvCxnSpPr>
        <p:spPr>
          <a:xfrm rot="16200000" flipH="1" flipV="1">
            <a:off x="9746801" y="-621271"/>
            <a:ext cx="131489" cy="3153186"/>
          </a:xfrm>
          <a:prstGeom prst="bentConnector3">
            <a:avLst>
              <a:gd name="adj1" fmla="val -173855"/>
            </a:avLst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文本框 26"/>
          <p:cNvSpPr txBox="1"/>
          <p:nvPr/>
        </p:nvSpPr>
        <p:spPr>
          <a:xfrm flipV="1">
            <a:off x="11188153" y="607981"/>
            <a:ext cx="255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1800" dirty="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N</a:t>
            </a:r>
            <a:endParaRPr lang="zh-CN" altLang="en-US" sz="18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118849" y="1768163"/>
            <a:ext cx="279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1800" dirty="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Y</a:t>
            </a:r>
            <a:endParaRPr lang="zh-CN" altLang="en-US" sz="18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29" name="直接箭头连接符 28"/>
          <p:cNvCxnSpPr>
            <a:stCxn id="17" idx="3"/>
            <a:endCxn id="10" idx="1"/>
          </p:cNvCxnSpPr>
          <p:nvPr/>
        </p:nvCxnSpPr>
        <p:spPr>
          <a:xfrm>
            <a:off x="4311655" y="2942467"/>
            <a:ext cx="615945" cy="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直接箭头连接符 29"/>
          <p:cNvCxnSpPr>
            <a:stCxn id="10" idx="3"/>
            <a:endCxn id="16" idx="1"/>
          </p:cNvCxnSpPr>
          <p:nvPr/>
        </p:nvCxnSpPr>
        <p:spPr>
          <a:xfrm>
            <a:off x="6096000" y="2942467"/>
            <a:ext cx="540908" cy="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1" name="矩形 30"/>
          <p:cNvSpPr/>
          <p:nvPr/>
        </p:nvSpPr>
        <p:spPr>
          <a:xfrm>
            <a:off x="10271540" y="2626386"/>
            <a:ext cx="1245981" cy="636857"/>
          </a:xfrm>
          <a:prstGeom prst="rect">
            <a:avLst/>
          </a:prstGeom>
          <a:solidFill>
            <a:srgbClr val="BCA070"/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纸质发票物流协同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332769" y="2624038"/>
            <a:ext cx="1651003" cy="6368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上传发票扫描件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/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照片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0313105" y="4818715"/>
            <a:ext cx="1227732" cy="636857"/>
          </a:xfrm>
          <a:prstGeom prst="rect">
            <a:avLst/>
          </a:prstGeom>
          <a:solidFill>
            <a:srgbClr val="8DC63F">
              <a:lumMod val="75000"/>
            </a:srgbClr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财务共享扫描发票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429319" y="4817780"/>
            <a:ext cx="1651003" cy="636857"/>
          </a:xfrm>
          <a:prstGeom prst="rect">
            <a:avLst/>
          </a:prstGeom>
          <a:solidFill>
            <a:srgbClr val="8DC63F">
              <a:lumMod val="75000"/>
            </a:srgbClr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三单匹配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486773" y="4817780"/>
            <a:ext cx="1651003" cy="636857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同步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SAP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发票过账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276616" y="4817780"/>
            <a:ext cx="1911151" cy="636857"/>
          </a:xfrm>
          <a:prstGeom prst="rect">
            <a:avLst/>
          </a:prstGeom>
          <a:solidFill>
            <a:srgbClr val="8DC63F">
              <a:lumMod val="75000"/>
            </a:srgbClr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应付账款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cxnSp>
        <p:nvCxnSpPr>
          <p:cNvPr id="37" name="直接箭头连接符 36"/>
          <p:cNvCxnSpPr>
            <a:stCxn id="16" idx="3"/>
            <a:endCxn id="32" idx="1"/>
          </p:cNvCxnSpPr>
          <p:nvPr/>
        </p:nvCxnSpPr>
        <p:spPr>
          <a:xfrm>
            <a:off x="7805308" y="2942467"/>
            <a:ext cx="527461" cy="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" name="直接箭头连接符 37"/>
          <p:cNvCxnSpPr>
            <a:stCxn id="32" idx="3"/>
            <a:endCxn id="31" idx="1"/>
          </p:cNvCxnSpPr>
          <p:nvPr/>
        </p:nvCxnSpPr>
        <p:spPr>
          <a:xfrm>
            <a:off x="9983772" y="2942467"/>
            <a:ext cx="287768" cy="2348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直接箭头连接符 38"/>
          <p:cNvCxnSpPr>
            <a:stCxn id="35" idx="1"/>
            <a:endCxn id="36" idx="3"/>
          </p:cNvCxnSpPr>
          <p:nvPr/>
        </p:nvCxnSpPr>
        <p:spPr>
          <a:xfrm flipH="1">
            <a:off x="6187767" y="5136209"/>
            <a:ext cx="299006" cy="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0" name="直接箭头连接符 39"/>
          <p:cNvCxnSpPr>
            <a:stCxn id="34" idx="1"/>
            <a:endCxn id="35" idx="3"/>
          </p:cNvCxnSpPr>
          <p:nvPr/>
        </p:nvCxnSpPr>
        <p:spPr>
          <a:xfrm flipH="1">
            <a:off x="8137776" y="5136209"/>
            <a:ext cx="291543" cy="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41" name="组合 40"/>
          <p:cNvGrpSpPr/>
          <p:nvPr/>
        </p:nvGrpSpPr>
        <p:grpSpPr>
          <a:xfrm>
            <a:off x="46096" y="5613400"/>
            <a:ext cx="2366904" cy="1183045"/>
            <a:chOff x="46096" y="5613400"/>
            <a:chExt cx="2366904" cy="1183045"/>
          </a:xfrm>
        </p:grpSpPr>
        <p:sp>
          <p:nvSpPr>
            <p:cNvPr id="42" name="矩形 41"/>
            <p:cNvSpPr/>
            <p:nvPr/>
          </p:nvSpPr>
          <p:spPr>
            <a:xfrm>
              <a:off x="49159" y="5656297"/>
              <a:ext cx="612882" cy="173305"/>
            </a:xfrm>
            <a:prstGeom prst="rect">
              <a:avLst/>
            </a:prstGeom>
            <a:solidFill>
              <a:srgbClr val="0066CB">
                <a:lumMod val="60000"/>
                <a:lumOff val="40000"/>
              </a:srgbClr>
            </a:solidFill>
            <a:ln>
              <a:noFill/>
            </a:ln>
            <a:effectLst/>
          </p:spPr>
          <p:txBody>
            <a:bodyPr lIns="64008" tIns="32004" rIns="106013" bIns="32004" spcCol="1270" rtlCol="0" anchor="ctr"/>
            <a:lstStyle/>
            <a:p>
              <a:pPr marL="0" marR="0" lvl="0" indent="0" algn="ctr" defTabSz="532765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49159" y="5949449"/>
              <a:ext cx="612882" cy="173305"/>
            </a:xfrm>
            <a:prstGeom prst="rect">
              <a:avLst/>
            </a:prstGeom>
            <a:solidFill>
              <a:srgbClr val="8DC63F">
                <a:lumMod val="75000"/>
              </a:srgbClr>
            </a:solidFill>
            <a:ln>
              <a:noFill/>
            </a:ln>
            <a:effectLst/>
          </p:spPr>
          <p:txBody>
            <a:bodyPr lIns="64008" tIns="32004" rIns="106013" bIns="32004" spcCol="1270" rtlCol="0" anchor="ctr"/>
            <a:lstStyle/>
            <a:p>
              <a:pPr marL="0" marR="0" lvl="0" indent="0" algn="ctr" defTabSz="532765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46096" y="6264702"/>
              <a:ext cx="612882" cy="173305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txBody>
            <a:bodyPr lIns="64008" tIns="32004" rIns="106013" bIns="32004" spcCol="1270" rtlCol="0" anchor="ctr"/>
            <a:lstStyle/>
            <a:p>
              <a:pPr marL="0" marR="0" lvl="0" indent="0" algn="ctr" defTabSz="532765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49159" y="6555447"/>
              <a:ext cx="612882" cy="173305"/>
            </a:xfrm>
            <a:prstGeom prst="rect">
              <a:avLst/>
            </a:prstGeom>
            <a:solidFill>
              <a:srgbClr val="BCA070"/>
            </a:solidFill>
            <a:ln>
              <a:noFill/>
            </a:ln>
            <a:effectLst/>
          </p:spPr>
          <p:txBody>
            <a:bodyPr lIns="64008" tIns="32004" rIns="106013" bIns="32004" spcCol="1270" rtlCol="0" anchor="ctr"/>
            <a:lstStyle/>
            <a:p>
              <a:pPr marL="0" marR="0" lvl="0" indent="0" algn="ctr" defTabSz="532765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812800" y="5613400"/>
              <a:ext cx="1340442" cy="261610"/>
            </a:xfrm>
            <a:prstGeom prst="rect">
              <a:avLst/>
            </a:prstGeom>
            <a:noFill/>
          </p:spPr>
          <p:txBody>
            <a:bodyPr wrap="square" lIns="0" t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rgbClr val="4C4C4C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</a:rPr>
                <a:t>SRM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4C4C4C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</a:rPr>
                <a:t>业务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825958" y="5930900"/>
              <a:ext cx="1587042" cy="261610"/>
            </a:xfrm>
            <a:prstGeom prst="rect">
              <a:avLst/>
            </a:prstGeom>
            <a:noFill/>
          </p:spPr>
          <p:txBody>
            <a:bodyPr wrap="square" lIns="0" t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4C4C4C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</a:rPr>
                <a:t>财务共享业务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12800" y="6248400"/>
              <a:ext cx="1587042" cy="261610"/>
            </a:xfrm>
            <a:prstGeom prst="rect">
              <a:avLst/>
            </a:prstGeom>
            <a:noFill/>
          </p:spPr>
          <p:txBody>
            <a:bodyPr wrap="square" lIns="0" t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rgbClr val="4C4C4C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</a:rPr>
                <a:t>SAP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4C4C4C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</a:rPr>
                <a:t>业务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812800" y="6534835"/>
              <a:ext cx="1587042" cy="261610"/>
            </a:xfrm>
            <a:prstGeom prst="rect">
              <a:avLst/>
            </a:prstGeom>
            <a:noFill/>
          </p:spPr>
          <p:txBody>
            <a:bodyPr wrap="square" lIns="0" t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4C4C4C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</a:rPr>
                <a:t>线下业务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50" name="箭头: 右 49"/>
          <p:cNvSpPr/>
          <p:nvPr/>
        </p:nvSpPr>
        <p:spPr>
          <a:xfrm>
            <a:off x="2921000" y="3515418"/>
            <a:ext cx="914400" cy="774700"/>
          </a:xfrm>
          <a:prstGeom prst="rightArrow">
            <a:avLst/>
          </a:prstGeom>
          <a:solidFill>
            <a:srgbClr val="CCC1DA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zh-CN" altLang="en-US" sz="1800" b="1" kern="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开票</a:t>
            </a:r>
            <a:endParaRPr lang="zh-CN" altLang="en-US" sz="1800" b="1" kern="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19814" y="4301128"/>
            <a:ext cx="1873245" cy="784830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algn="ctr" defTabSz="914400"/>
            <a:r>
              <a:rPr lang="zh-CN" altLang="en-US" b="1">
                <a:solidFill>
                  <a:srgbClr val="CCCCCC">
                    <a:lumMod val="10000"/>
                  </a:srgbClr>
                </a:solidFill>
                <a:latin typeface="Arial" panose="020B0604020202020204"/>
                <a:ea typeface="微软雅黑" panose="020B0503020204020204" charset="-122"/>
              </a:rPr>
              <a:t>历史记录清晰可查</a:t>
            </a:r>
            <a:endParaRPr lang="zh-CN" altLang="en-US" b="1" dirty="0">
              <a:solidFill>
                <a:srgbClr val="CCCCCC">
                  <a:lumMod val="10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633766" y="3561072"/>
            <a:ext cx="1306365" cy="464954"/>
          </a:xfrm>
          <a:prstGeom prst="rect">
            <a:avLst/>
          </a:prstGeom>
          <a:solidFill>
            <a:srgbClr val="F07205"/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金税系统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cxnSp>
        <p:nvCxnSpPr>
          <p:cNvPr id="53" name="直接箭头连接符 52"/>
          <p:cNvCxnSpPr>
            <a:stCxn id="16" idx="2"/>
          </p:cNvCxnSpPr>
          <p:nvPr/>
        </p:nvCxnSpPr>
        <p:spPr>
          <a:xfrm>
            <a:off x="7221108" y="3260895"/>
            <a:ext cx="0" cy="319099"/>
          </a:xfrm>
          <a:prstGeom prst="straightConnector1">
            <a:avLst/>
          </a:prstGeom>
          <a:noFill/>
          <a:ln w="12700" cap="flat" cmpd="sng" algn="ctr">
            <a:solidFill>
              <a:srgbClr val="4C4C4C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54" name="文本框 53"/>
          <p:cNvSpPr txBox="1"/>
          <p:nvPr/>
        </p:nvSpPr>
        <p:spPr>
          <a:xfrm>
            <a:off x="8407329" y="3572584"/>
            <a:ext cx="1545056" cy="415498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algn="ctr" defTabSz="914400"/>
            <a:r>
              <a:rPr lang="zh-CN" altLang="en-US" b="1">
                <a:solidFill>
                  <a:srgbClr val="CCCCCC">
                    <a:lumMod val="10000"/>
                  </a:srgbClr>
                </a:solidFill>
                <a:latin typeface="Arial" panose="020B0604020202020204"/>
                <a:ea typeface="微软雅黑" panose="020B0503020204020204" charset="-122"/>
              </a:rPr>
              <a:t>发票验真</a:t>
            </a:r>
            <a:endParaRPr lang="zh-CN" altLang="en-US" b="1" dirty="0">
              <a:solidFill>
                <a:srgbClr val="CCCCCC">
                  <a:lumMod val="10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55" name="直接箭头连接符 54"/>
          <p:cNvCxnSpPr>
            <a:stCxn id="33" idx="1"/>
            <a:endCxn id="34" idx="3"/>
          </p:cNvCxnSpPr>
          <p:nvPr/>
        </p:nvCxnSpPr>
        <p:spPr>
          <a:xfrm flipH="1" flipV="1">
            <a:off x="10080322" y="5136209"/>
            <a:ext cx="232783" cy="935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6" name="连接符: 曲线 55"/>
          <p:cNvCxnSpPr>
            <a:stCxn id="17" idx="2"/>
            <a:endCxn id="33" idx="0"/>
          </p:cNvCxnSpPr>
          <p:nvPr/>
        </p:nvCxnSpPr>
        <p:spPr>
          <a:xfrm rot="16200000" flipH="1">
            <a:off x="6548303" y="440047"/>
            <a:ext cx="1557820" cy="7199516"/>
          </a:xfrm>
          <a:prstGeom prst="curvedConnector3">
            <a:avLst>
              <a:gd name="adj1" fmla="val 60079"/>
            </a:avLst>
          </a:prstGeom>
          <a:noFill/>
          <a:ln w="28575" cap="flat" cmpd="sng" algn="ctr">
            <a:solidFill>
              <a:srgbClr val="F59E1D">
                <a:lumMod val="75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57" name="文本框 56"/>
          <p:cNvSpPr txBox="1"/>
          <p:nvPr/>
        </p:nvSpPr>
        <p:spPr>
          <a:xfrm>
            <a:off x="8203106" y="4335402"/>
            <a:ext cx="1058663" cy="323165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algn="ctr" defTabSz="914400"/>
            <a:r>
              <a:rPr lang="zh-CN" altLang="en-US" sz="1800">
                <a:solidFill>
                  <a:srgbClr val="4C4C4C"/>
                </a:solidFill>
                <a:latin typeface="Arial" panose="020B0604020202020204"/>
                <a:ea typeface="微软雅黑" panose="020B0503020204020204" charset="-122"/>
              </a:rPr>
              <a:t>发票信息</a:t>
            </a:r>
            <a:endParaRPr lang="zh-CN" altLang="en-US" sz="1800" dirty="0">
              <a:solidFill>
                <a:srgbClr val="4C4C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58" name="连接符: 肘形 57"/>
          <p:cNvCxnSpPr>
            <a:stCxn id="16" idx="0"/>
            <a:endCxn id="17" idx="0"/>
          </p:cNvCxnSpPr>
          <p:nvPr/>
        </p:nvCxnSpPr>
        <p:spPr>
          <a:xfrm rot="16200000" flipV="1">
            <a:off x="5474282" y="877211"/>
            <a:ext cx="12700" cy="3493653"/>
          </a:xfrm>
          <a:prstGeom prst="bentConnector3">
            <a:avLst>
              <a:gd name="adj1" fmla="val 4733307"/>
            </a:avLst>
          </a:prstGeom>
          <a:noFill/>
          <a:ln w="28575" cap="flat" cmpd="sng" algn="ctr">
            <a:solidFill>
              <a:srgbClr val="F59E1D">
                <a:lumMod val="75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59" name="箭头: V 形 58"/>
          <p:cNvSpPr/>
          <p:nvPr/>
        </p:nvSpPr>
        <p:spPr>
          <a:xfrm flipH="1">
            <a:off x="4184618" y="2234692"/>
            <a:ext cx="2654363" cy="279643"/>
          </a:xfrm>
          <a:prstGeom prst="chevron">
            <a:avLst/>
          </a:prstGeom>
          <a:solidFill>
            <a:srgbClr val="F59E1D">
              <a:lumMod val="75000"/>
            </a:srgbClr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发票号返回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SAP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276618" y="5949449"/>
            <a:ext cx="1911150" cy="636857"/>
          </a:xfrm>
          <a:prstGeom prst="rect">
            <a:avLst/>
          </a:prstGeom>
          <a:solidFill>
            <a:srgbClr val="8DC63F">
              <a:lumMod val="75000"/>
            </a:srgbClr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退票申请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1" name="箭头: 右 60"/>
          <p:cNvSpPr/>
          <p:nvPr/>
        </p:nvSpPr>
        <p:spPr>
          <a:xfrm>
            <a:off x="2921000" y="5767201"/>
            <a:ext cx="914400" cy="774700"/>
          </a:xfrm>
          <a:prstGeom prst="rightArrow">
            <a:avLst/>
          </a:prstGeom>
          <a:solidFill>
            <a:srgbClr val="CCC1DA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121900" tIns="60950" rIns="121900" bIns="60950" rtlCol="0" anchor="ctr" anchorCtr="0">
            <a:noAutofit/>
          </a:bodyPr>
          <a:lstStyle/>
          <a:p>
            <a:pPr algn="ctr" defTabSz="914400">
              <a:buClr>
                <a:srgbClr val="000000"/>
              </a:buClr>
            </a:pPr>
            <a:r>
              <a:rPr lang="zh-CN" altLang="en-US" sz="1800" b="1" kern="0">
                <a:solidFill>
                  <a:srgbClr val="CCCCCC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退票</a:t>
            </a:r>
            <a:endParaRPr lang="zh-CN" altLang="en-US" sz="1800" b="1" kern="0">
              <a:solidFill>
                <a:srgbClr val="CCCCCC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728073" y="5949449"/>
            <a:ext cx="1212057" cy="6368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采购确认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491003" y="5949372"/>
            <a:ext cx="1212057" cy="636857"/>
          </a:xfrm>
          <a:prstGeom prst="rect">
            <a:avLst/>
          </a:prstGeom>
          <a:solidFill>
            <a:srgbClr val="0066CB">
              <a:lumMod val="60000"/>
              <a:lumOff val="40000"/>
            </a:srgbClr>
          </a:solidFill>
          <a:ln>
            <a:noFill/>
          </a:ln>
          <a:effectLst/>
        </p:spPr>
        <p:txBody>
          <a:bodyPr lIns="64008" tIns="32004" rIns="106013" bIns="32004" spcCol="1270" rtlCol="0" anchor="ctr"/>
          <a:lstStyle/>
          <a:p>
            <a:pPr marL="0" marR="0" lvl="0" indent="0" algn="ctr" defTabSz="53276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供应商重新开票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cxnSp>
        <p:nvCxnSpPr>
          <p:cNvPr id="64" name="直接箭头连接符 63"/>
          <p:cNvCxnSpPr>
            <a:stCxn id="60" idx="3"/>
            <a:endCxn id="62" idx="1"/>
          </p:cNvCxnSpPr>
          <p:nvPr/>
        </p:nvCxnSpPr>
        <p:spPr>
          <a:xfrm>
            <a:off x="6187768" y="6267878"/>
            <a:ext cx="540305" cy="0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5" name="直接箭头连接符 64"/>
          <p:cNvCxnSpPr>
            <a:stCxn id="62" idx="3"/>
            <a:endCxn id="63" idx="1"/>
          </p:cNvCxnSpPr>
          <p:nvPr/>
        </p:nvCxnSpPr>
        <p:spPr>
          <a:xfrm flipV="1">
            <a:off x="7940130" y="6267801"/>
            <a:ext cx="550873" cy="77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6" name="连接符: 肘形 65"/>
          <p:cNvCxnSpPr>
            <a:stCxn id="63" idx="3"/>
            <a:endCxn id="16" idx="0"/>
          </p:cNvCxnSpPr>
          <p:nvPr/>
        </p:nvCxnSpPr>
        <p:spPr>
          <a:xfrm flipH="1" flipV="1">
            <a:off x="7221108" y="2624038"/>
            <a:ext cx="2481952" cy="3643763"/>
          </a:xfrm>
          <a:prstGeom prst="bentConnector4">
            <a:avLst>
              <a:gd name="adj1" fmla="val -89592"/>
              <a:gd name="adj2" fmla="val 106274"/>
            </a:avLst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7" name="直接箭头连接符 66"/>
          <p:cNvCxnSpPr>
            <a:stCxn id="36" idx="2"/>
            <a:endCxn id="60" idx="0"/>
          </p:cNvCxnSpPr>
          <p:nvPr/>
        </p:nvCxnSpPr>
        <p:spPr>
          <a:xfrm>
            <a:off x="5232192" y="5454637"/>
            <a:ext cx="1" cy="494812"/>
          </a:xfrm>
          <a:prstGeom prst="straightConnector1">
            <a:avLst/>
          </a:prstGeom>
          <a:noFill/>
          <a:ln w="6350" cap="flat" cmpd="sng" algn="ctr">
            <a:solidFill>
              <a:srgbClr val="4C4C4C"/>
            </a:solidFill>
            <a:prstDash val="solid"/>
            <a:miter lim="800000"/>
            <a:tailEnd type="triangle"/>
          </a:ln>
          <a:effectLst/>
        </p:spPr>
      </p:cxn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S08—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成果展示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1165"/>
            <a:ext cx="12192000" cy="3510256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520" y="2924944"/>
            <a:ext cx="10992544" cy="3914395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703" y="2943604"/>
            <a:ext cx="4167329" cy="39143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567"/>
            <a:ext cx="12192000" cy="424732"/>
          </a:xfrm>
        </p:spPr>
        <p:txBody>
          <a:bodyPr/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S08—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应用效果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623392" y="1772816"/>
          <a:ext cx="11089232" cy="4248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55440" y="908720"/>
            <a:ext cx="9793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自上线运行截止到</a:t>
            </a:r>
            <a:r>
              <a:rPr lang="en-US" altLang="zh-CN" sz="1800"/>
              <a:t>2023/2/9</a:t>
            </a:r>
            <a:r>
              <a:rPr lang="zh-CN" altLang="en-US" sz="1800"/>
              <a:t>中午，</a:t>
            </a:r>
            <a:r>
              <a:rPr lang="en-US" altLang="zh-CN" sz="1800"/>
              <a:t>SRM</a:t>
            </a:r>
            <a:r>
              <a:rPr lang="zh-CN" altLang="en-US" sz="1800"/>
              <a:t>系统共产生</a:t>
            </a:r>
            <a:r>
              <a:rPr lang="en-US" altLang="zh-CN" sz="1800"/>
              <a:t>3064</a:t>
            </a:r>
            <a:r>
              <a:rPr lang="zh-CN" altLang="en-US" sz="1800"/>
              <a:t>笔发票</a:t>
            </a:r>
            <a:endParaRPr lang="en-US" altLang="zh-CN" sz="1800"/>
          </a:p>
          <a:p>
            <a:r>
              <a:rPr lang="zh-CN" altLang="en-US" sz="1800"/>
              <a:t>有</a:t>
            </a:r>
            <a:r>
              <a:rPr lang="en-US" altLang="zh-CN" sz="1800"/>
              <a:t>324</a:t>
            </a:r>
            <a:r>
              <a:rPr lang="zh-CN" altLang="en-US" sz="1800"/>
              <a:t>家供应商参与</a:t>
            </a:r>
            <a:r>
              <a:rPr lang="en-US" altLang="zh-CN" sz="1800"/>
              <a:t>SRM</a:t>
            </a:r>
            <a:r>
              <a:rPr lang="zh-CN" altLang="en-US" sz="1800"/>
              <a:t>开票申请单的创建，以下取了前</a:t>
            </a:r>
            <a:r>
              <a:rPr lang="en-US" altLang="zh-CN" sz="1800"/>
              <a:t>20</a:t>
            </a:r>
            <a:r>
              <a:rPr lang="zh-CN" altLang="en-US" sz="1800"/>
              <a:t>名供应商排名</a:t>
            </a:r>
            <a:endParaRPr lang="zh-CN" altLang="en-US" sz="1800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" y="0"/>
            <a:ext cx="4008439" cy="6858000"/>
          </a:xfrm>
          <a:prstGeom prst="rect">
            <a:avLst/>
          </a:prstGeom>
          <a:solidFill>
            <a:srgbClr val="AD053D"/>
          </a:solidFill>
          <a:ln w="25400" algn="ctr">
            <a:noFill/>
            <a:miter lim="800000"/>
          </a:ln>
        </p:spPr>
        <p:txBody>
          <a:bodyPr anchor="ctr"/>
          <a:lstStyle/>
          <a:p>
            <a:pPr algn="ctr"/>
            <a:endParaRPr lang="en-US" altLang="zh-CN" sz="1800">
              <a:solidFill>
                <a:srgbClr val="FFFFFF"/>
              </a:solidFill>
              <a:latin typeface="Calibri" panose="020F0502020204030204" charset="0"/>
            </a:endParaRPr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5357814" y="3395456"/>
            <a:ext cx="5706738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>
                <a:solidFill>
                  <a:srgbClr val="AD053D"/>
                </a:solidFill>
                <a:latin typeface="Impact" panose="020B0806030902050204" pitchFamily="34" charset="0"/>
                <a:ea typeface="微软雅黑" panose="020B0503020204020204" charset="-122"/>
              </a:rPr>
              <a:t>03    </a:t>
            </a:r>
            <a:r>
              <a:rPr lang="en-US" altLang="zh-CN" sz="3200" b="1">
                <a:solidFill>
                  <a:srgbClr val="AD053D"/>
                </a:solidFill>
                <a:latin typeface="Impact" panose="020B0806030902050204" pitchFamily="34" charset="0"/>
                <a:ea typeface="微软雅黑" panose="020B0503020204020204" charset="-122"/>
                <a:sym typeface="+mn-ea"/>
              </a:rPr>
              <a:t>沟通&amp;交流</a:t>
            </a:r>
            <a:endParaRPr lang="en-US" altLang="zh-CN" sz="3200" b="1">
              <a:solidFill>
                <a:srgbClr val="AD053D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5357814" y="1922361"/>
            <a:ext cx="6210794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>
                <a:latin typeface="Impact" panose="020B0806030902050204" pitchFamily="34" charset="0"/>
                <a:ea typeface="微软雅黑" panose="020B0503020204020204" charset="-122"/>
              </a:rPr>
              <a:t>01    项目背景及业务架构</a:t>
            </a:r>
            <a:endParaRPr lang="en-US" altLang="zh-CN" sz="3200" b="1"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5357814" y="2665313"/>
            <a:ext cx="5490714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>
                <a:latin typeface="Impact" panose="020B0806030902050204" pitchFamily="34" charset="0"/>
                <a:ea typeface="微软雅黑" panose="020B0503020204020204" charset="-122"/>
              </a:rPr>
              <a:t>02    </a:t>
            </a:r>
            <a:r>
              <a:rPr lang="en-US" altLang="zh-CN" sz="3200" b="1">
                <a:latin typeface="Impact" panose="020B0806030902050204" pitchFamily="34" charset="0"/>
                <a:ea typeface="微软雅黑" panose="020B0503020204020204" charset="-122"/>
                <a:sym typeface="+mn-ea"/>
              </a:rPr>
              <a:t>系统规划及实现蓝图</a:t>
            </a:r>
            <a:endParaRPr lang="en-US" altLang="zh-CN" sz="3200" b="1"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10" name="矩形 71"/>
          <p:cNvSpPr>
            <a:spLocks noChangeArrowheads="1"/>
          </p:cNvSpPr>
          <p:nvPr/>
        </p:nvSpPr>
        <p:spPr bwMode="auto">
          <a:xfrm>
            <a:off x="732271" y="2302104"/>
            <a:ext cx="1415754" cy="83098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defTabSz="912495"/>
            <a:r>
              <a:rPr lang="zh-CN" altLang="en-US" sz="4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YTMyYmM0OGExZjJmMzlkNzc1MDhmNWQzODZjZmRjOGMifQ=="/>
</p:tagLst>
</file>

<file path=ppt/theme/theme1.xml><?xml version="1.0" encoding="utf-8"?>
<a:theme xmlns:a="http://schemas.openxmlformats.org/drawingml/2006/main" name="内页版式">
  <a:themeElements>
    <a:clrScheme name="自定义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8EA2A9"/>
      </a:accent5>
      <a:accent6>
        <a:srgbClr val="AD053D"/>
      </a:accent6>
      <a:hlink>
        <a:srgbClr val="AD053D"/>
      </a:hlink>
      <a:folHlink>
        <a:srgbClr val="B2B2B2"/>
      </a:folHlink>
    </a:clrScheme>
    <a:fontScheme name="赛意文档字体">
      <a:majorFont>
        <a:latin typeface="Adobe Gothic Std B"/>
        <a:ea typeface="思源黑体 CN Bold"/>
        <a:cs typeface=""/>
      </a:majorFont>
      <a:minorFont>
        <a:latin typeface="Franklin Gothic Book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6101</Words>
  <Application>WPS 演示</Application>
  <PresentationFormat>宽屏</PresentationFormat>
  <Paragraphs>1505</Paragraphs>
  <Slides>47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69" baseType="lpstr">
      <vt:lpstr>Arial</vt:lpstr>
      <vt:lpstr>宋体</vt:lpstr>
      <vt:lpstr>Wingdings</vt:lpstr>
      <vt:lpstr>微软雅黑</vt:lpstr>
      <vt:lpstr>Gisha</vt:lpstr>
      <vt:lpstr>Segoe UI Symbol</vt:lpstr>
      <vt:lpstr>Calibri</vt:lpstr>
      <vt:lpstr>Impact</vt:lpstr>
      <vt:lpstr>Arial</vt:lpstr>
      <vt:lpstr>Noto Sans Symbols</vt:lpstr>
      <vt:lpstr>Segoe Print</vt:lpstr>
      <vt:lpstr>Arial Unicode MS</vt:lpstr>
      <vt:lpstr>等线 Light</vt:lpstr>
      <vt:lpstr>Calibri Light</vt:lpstr>
      <vt:lpstr>等线</vt:lpstr>
      <vt:lpstr>Wingdings 2</vt:lpstr>
      <vt:lpstr>华文楷体</vt:lpstr>
      <vt:lpstr>方正兰亭准黑_GBK</vt:lpstr>
      <vt:lpstr>黑体</vt:lpstr>
      <vt:lpstr>Times New Roman</vt:lpstr>
      <vt:lpstr>内页版式</vt:lpstr>
      <vt:lpstr>Office 主题​​</vt:lpstr>
      <vt:lpstr>PowerPoint 演示文稿</vt:lpstr>
      <vt:lpstr>PowerPoint 演示文稿</vt:lpstr>
      <vt:lpstr>项目背景</vt:lpstr>
      <vt:lpstr>项目背景</vt:lpstr>
      <vt:lpstr>SRM整体业务架构设计</vt:lpstr>
      <vt:lpstr>PowerPoint 演示文稿</vt:lpstr>
      <vt:lpstr>系统实现S01</vt:lpstr>
      <vt:lpstr>系统实现S01—供应商认证整体业务模型</vt:lpstr>
      <vt:lpstr>系统实现S01—供应商认证生命周期管理</vt:lpstr>
      <vt:lpstr>系统实现S01—供应商认证流程</vt:lpstr>
      <vt:lpstr>系统实现S01—成果展示</vt:lpstr>
      <vt:lpstr>系统实现S01—应用效果</vt:lpstr>
      <vt:lpstr>系统实现S02</vt:lpstr>
      <vt:lpstr>系统实现S02—询报价业务模型</vt:lpstr>
      <vt:lpstr>系统实现S02—招投标功能框架</vt:lpstr>
      <vt:lpstr>系统实现S02—竞价业务场景</vt:lpstr>
      <vt:lpstr>系统实现S02—成果展示</vt:lpstr>
      <vt:lpstr>系统实现S03</vt:lpstr>
      <vt:lpstr>系统实现S03—采购履行业务模型</vt:lpstr>
      <vt:lpstr>系统实现S03—采购协同</vt:lpstr>
      <vt:lpstr>系统实现S03—VMI库存管理</vt:lpstr>
      <vt:lpstr>系统实现S03—委外订单场景</vt:lpstr>
      <vt:lpstr>系统实现S03—成果展示</vt:lpstr>
      <vt:lpstr>系统实现S03—应用效果</vt:lpstr>
      <vt:lpstr>系统实现S04</vt:lpstr>
      <vt:lpstr>系统实现S04—供应商绩效业务模型</vt:lpstr>
      <vt:lpstr>系统实现S04—供应商绩效业务流程</vt:lpstr>
      <vt:lpstr>系统实现S04—供应商风险评估流程</vt:lpstr>
      <vt:lpstr>系统实现S04—成果展示</vt:lpstr>
      <vt:lpstr>系统实现S05</vt:lpstr>
      <vt:lpstr>系统实现S05—供应商质量管理及扣款业务场景</vt:lpstr>
      <vt:lpstr>系统实现S05—成果展示</vt:lpstr>
      <vt:lpstr>系统实现S06</vt:lpstr>
      <vt:lpstr>系统实现S06--采购早期介入</vt:lpstr>
      <vt:lpstr>系统实现S06--品类资源池功能设计</vt:lpstr>
      <vt:lpstr>系统实现S06—成果展示</vt:lpstr>
      <vt:lpstr>系统实现S06—成果展示</vt:lpstr>
      <vt:lpstr>系统实现S07</vt:lpstr>
      <vt:lpstr>系统实现S07—合同管理业务模型</vt:lpstr>
      <vt:lpstr>系统实现S07—合同管理流程</vt:lpstr>
      <vt:lpstr>系统实现S07—成果展示</vt:lpstr>
      <vt:lpstr>系统实现S08</vt:lpstr>
      <vt:lpstr>系统实现S08—财务结算业务模型</vt:lpstr>
      <vt:lpstr>系统实现S08—成果展示</vt:lpstr>
      <vt:lpstr>系统实现S08—应用效果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小June</dc:creator>
  <cp:lastModifiedBy>Ethan</cp:lastModifiedBy>
  <cp:revision>1552</cp:revision>
  <dcterms:created xsi:type="dcterms:W3CDTF">2022-03-24T09:57:00Z</dcterms:created>
  <dcterms:modified xsi:type="dcterms:W3CDTF">2025-11-12T01:08:24Z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KSORubyTemplateID">
    <vt:lpwstr>2</vt:lpwstr>
  </property>
  <property fmtid="{D5CDD505-2E9C-101B-9397-08002B2CF9AE}" pid="4" name="ICV">
    <vt:lpwstr>461347D10F114B0CB23CAED6E1F5B1B7_13</vt:lpwstr>
  </property>
</Properties>
</file>